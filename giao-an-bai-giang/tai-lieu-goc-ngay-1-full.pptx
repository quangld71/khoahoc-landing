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5"/>
  </p:notesMasterIdLst>
  <p:sldIdLst>
    <p:sldId id="256" r:id="rId2"/>
    <p:sldId id="360" r:id="rId3"/>
    <p:sldId id="362" r:id="rId4"/>
    <p:sldId id="363" r:id="rId5"/>
    <p:sldId id="361"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8" r:id="rId103"/>
    <p:sldId id="359" r:id="rId10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627" autoAdjust="0"/>
  </p:normalViewPr>
  <p:slideViewPr>
    <p:cSldViewPr snapToGrid="0" snapToObjects="1">
      <p:cViewPr varScale="1">
        <p:scale>
          <a:sx n="51" d="100"/>
          <a:sy n="51" d="100"/>
        </p:scale>
        <p:origin x="123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Mở đầu: Đây không phải lớp dạy cách ép người khác tham gia. Mục tiêu là thay đổi cách tiếp cận: xây niềm tin, xây kênh, tạo nội dung và quy trình để người phù hợp chủ động tìm hiểu.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Hero visual: generated specifically for this presentation from the user-provided style brief; no embedded text or logos.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(bot):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(cpu):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(wand-sparkles):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(users):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(network):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(clock):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(workflow):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(users-round):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(user-round-plus):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(refresh-cw):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(key):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(hand-coins):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(calendar-clock):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(lightbulb):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(globe):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(magnet):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(notebook-pen):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(route):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Hero visual: generated specifically for this presentation from the user-provided style brief; no embedded text or logos.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(triangle-alert):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(user-search):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(circle-alert):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(timer):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(earth):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(circle-dollar-sign):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(graduation-cap):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(waypoints):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(user-check):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(circle-question-mark):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(circle-x):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(rocket):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(zap):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(funnel):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(iteration-ccw):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(badge-question-mark):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(search-check):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(list-filter):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(radio-tower):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(antenna):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(gem):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(file-text):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(sparkles):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(milestone):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(clipboard-list):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(panels-top-left):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(presentation):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(video):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(list-video):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(construction):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(megaphone):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(search):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Hero visual: generated specifically for this presentation from the user-provided style brief; no embedded text or logos.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(scan-search):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(eye):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(telescope):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(binoculars):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(brain):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(settings-2):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(trophy):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(cog):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(award):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(infinity):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(server-cog):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(chart-column-increasing):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(split):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(git-branch-plus):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(book-open):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(repeat-2):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(chart-no-axes-combined):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(refresh-ccw):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(funnel-x):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(goal):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(focus):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(crosshair):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(radar):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(satellite):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(wifi):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(message-circle):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(messages-square):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(message-square-text):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(message-square-more):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(speech):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(send):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(mail):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(at-sign):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(phone-call):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(radio):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(panels-right-bottom):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(layout-dashboard):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(rows-3):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(columns-3):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(grid-3x3):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(square-kanban):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(scroll-text):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(clipboard-pen-line):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Visual style reference: user-provided image 2f67fecd-da5d-4fcd-8686-19b5b9984c44.png.</a:t>
            </a:r>
          </a:p>
          <a:p>
            <a:r>
              <a:t>- Background visual: generated specifically for this presentation from the user-provided style brief; no embedded text or logos.</a:t>
            </a:r>
          </a:p>
          <a:p>
            <a:r>
              <a:t>- Icon (list-checks): Lucide icon library, ISC license, https://lucide.dev/.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[Sources]</a:t>
            </a:r>
          </a:p>
          <a:p>
            <a:r>
              <a:rPr dirty="0"/>
              <a:t>- Visual style reference: user-provided image 2f67fecd-da5d-4fcd-8686-19b5b9984c44.png.</a:t>
            </a:r>
          </a:p>
          <a:p>
            <a:r>
              <a:rPr dirty="0"/>
              <a:t>- Hero visual: generated specifically for this presentation from the user-provided style brief; no embedded text or logos.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13F49-C522-4AB3-83B1-D21DA762F7FA}"/>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1B3C73CE-C3B3-4839-8322-7B3C6BC99D65}"/>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CA333C73-E349-4427-A9E0-86D884AF5D03}"/>
              </a:ext>
            </a:extLst>
          </p:cNvPr>
          <p:cNvSpPr>
            <a:spLocks noGrp="1"/>
          </p:cNvSpPr>
          <p:nvPr>
            <p:ph type="dt" idx="10"/>
          </p:nvPr>
        </p:nvSpPr>
        <p:spPr/>
        <p:txBody>
          <a:bodyPr/>
          <a:lstStyle/>
          <a:p>
            <a:fld id="{5BCAD085-E8A6-8845-BD4E-CB4CCA059FC4}" type="datetimeFigureOut">
              <a:t>11/09/2026</a:t>
            </a:fld>
            <a:endParaRPr/>
          </a:p>
        </p:txBody>
      </p:sp>
      <p:sp>
        <p:nvSpPr>
          <p:cNvPr id="5" name="Footer Placeholder 4">
            <a:extLst>
              <a:ext uri="{FF2B5EF4-FFF2-40B4-BE49-F238E27FC236}">
                <a16:creationId xmlns:a16="http://schemas.microsoft.com/office/drawing/2014/main" id="{55A2BC5E-47B5-47FF-AD46-7888A7B22A2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CB0D4A7-131B-498D-96D6-5D37F4C728BA}"/>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94898-C456-40C2-9CF6-95F657C6912A}"/>
              </a:ext>
            </a:extLst>
          </p:cNvPr>
          <p:cNvSpPr>
            <a:spLocks noGrp="1"/>
          </p:cNvSpPr>
          <p:nvPr>
            <p:ph type="title" hasCustomPrompt="1"/>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2ADE46AE-F22E-4661-9DE7-5045CAFF1195}"/>
              </a:ext>
            </a:extLst>
          </p:cNvPr>
          <p:cNvSpPr>
            <a:spLocks noGrp="1"/>
          </p:cNvSpPr>
          <p:nvPr>
            <p:ph idx="1" hasCustomPrompt="1"/>
          </p:nvPr>
        </p:nvSpPr>
        <p:spPr/>
        <p:txBody>
          <a:bodyPr/>
          <a:lstStyle/>
          <a:p>
            <a:pPr lvl="0">
              <a:buNone/>
            </a:pPr>
            <a:r>
              <a:rPr lang="en-US" dirty="0"/>
              <a:t>CLICK TO EDIT MASTER TEXT STYLES</a:t>
            </a:r>
          </a:p>
          <a:p>
            <a:pPr lvl="1">
              <a:buNone/>
            </a:pPr>
            <a:r>
              <a:rPr lang="en-US" dirty="0"/>
              <a:t>SECOND LEVEL</a:t>
            </a:r>
          </a:p>
          <a:p>
            <a:pPr lvl="2">
              <a:buNone/>
            </a:pPr>
            <a:r>
              <a:rPr lang="en-US" dirty="0"/>
              <a:t>THIRD LEVEL</a:t>
            </a:r>
          </a:p>
          <a:p>
            <a:pPr lvl="3">
              <a:buNone/>
            </a:pPr>
            <a:r>
              <a:rPr lang="en-US" dirty="0"/>
              <a:t>FOURTH LEVEL</a:t>
            </a:r>
          </a:p>
          <a:p>
            <a:pPr lvl="4">
              <a:buNone/>
            </a:pPr>
            <a:r>
              <a:rPr lang="en-US" dirty="0"/>
              <a:t>FIFTH LEVEL</a:t>
            </a:r>
          </a:p>
        </p:txBody>
      </p:sp>
      <p:sp>
        <p:nvSpPr>
          <p:cNvPr id="4" name="Date Placeholder 3">
            <a:extLst>
              <a:ext uri="{FF2B5EF4-FFF2-40B4-BE49-F238E27FC236}">
                <a16:creationId xmlns:a16="http://schemas.microsoft.com/office/drawing/2014/main" id="{0A0D337A-348F-4B7F-8038-03E5EE0004CD}"/>
              </a:ext>
            </a:extLst>
          </p:cNvPr>
          <p:cNvSpPr>
            <a:spLocks noGrp="1"/>
          </p:cNvSpPr>
          <p:nvPr>
            <p:ph type="dt" idx="10"/>
          </p:nvPr>
        </p:nvSpPr>
        <p:spPr/>
        <p:txBody>
          <a:bodyPr/>
          <a:lstStyle/>
          <a:p>
            <a:fld id="{5BCAD085-E8A6-8845-BD4E-CB4CCA059FC4}" type="datetimeFigureOut">
              <a:t>11/09/2026</a:t>
            </a:fld>
            <a:endParaRPr/>
          </a:p>
        </p:txBody>
      </p:sp>
      <p:sp>
        <p:nvSpPr>
          <p:cNvPr id="5" name="Footer Placeholder 4">
            <a:extLst>
              <a:ext uri="{FF2B5EF4-FFF2-40B4-BE49-F238E27FC236}">
                <a16:creationId xmlns:a16="http://schemas.microsoft.com/office/drawing/2014/main" id="{2B9D471C-7232-44CE-9BD5-01FF595D15D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674F0FA-41EA-42F0-B3D1-7B124B4F22D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A07DA-E193-4891-926C-2FFCDB148D43}"/>
              </a:ext>
            </a:extLst>
          </p:cNvPr>
          <p:cNvSpPr>
            <a:spLocks noGrp="1"/>
          </p:cNvSpPr>
          <p:nvPr>
            <p:ph type="title"/>
          </p:nvPr>
        </p:nvSpPr>
        <p:spPr>
          <a:xfrm>
            <a:off x="722313" y="4406900"/>
            <a:ext cx="7772400" cy="1362075"/>
          </a:xfrm>
        </p:spPr>
        <p:txBody>
          <a:bodyPr anchor="t"/>
          <a:lstStyle>
            <a:lvl1pPr algn="l">
              <a:buNone/>
              <a:defRPr sz="4000" b="1" cap="all"/>
            </a:lvl1pPr>
          </a:lstStyle>
          <a:p>
            <a:r>
              <a:rPr dirty="0"/>
              <a:t>Click to edit Master title style</a:t>
            </a:r>
          </a:p>
        </p:txBody>
      </p:sp>
      <p:sp>
        <p:nvSpPr>
          <p:cNvPr id="3" name="Text Placeholder 2">
            <a:extLst>
              <a:ext uri="{FF2B5EF4-FFF2-40B4-BE49-F238E27FC236}">
                <a16:creationId xmlns:a16="http://schemas.microsoft.com/office/drawing/2014/main" id="{FE9F5572-D269-4CCA-B68E-F71D72FBB7A3}"/>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rPr dirty="0"/>
              <a:t>Click to edit Master text styles</a:t>
            </a:r>
          </a:p>
        </p:txBody>
      </p:sp>
      <p:sp>
        <p:nvSpPr>
          <p:cNvPr id="4" name="Date Placeholder 3">
            <a:extLst>
              <a:ext uri="{FF2B5EF4-FFF2-40B4-BE49-F238E27FC236}">
                <a16:creationId xmlns:a16="http://schemas.microsoft.com/office/drawing/2014/main" id="{2425694A-C9EC-4CD3-895B-1FCC42F38C49}"/>
              </a:ext>
            </a:extLst>
          </p:cNvPr>
          <p:cNvSpPr>
            <a:spLocks noGrp="1"/>
          </p:cNvSpPr>
          <p:nvPr>
            <p:ph type="dt" idx="10"/>
          </p:nvPr>
        </p:nvSpPr>
        <p:spPr/>
        <p:txBody>
          <a:bodyPr/>
          <a:lstStyle/>
          <a:p>
            <a:fld id="{5BCAD085-E8A6-8845-BD4E-CB4CCA059FC4}" type="datetimeFigureOut">
              <a:t>11/09/2026</a:t>
            </a:fld>
            <a:endParaRPr/>
          </a:p>
        </p:txBody>
      </p:sp>
      <p:sp>
        <p:nvSpPr>
          <p:cNvPr id="5" name="Footer Placeholder 4">
            <a:extLst>
              <a:ext uri="{FF2B5EF4-FFF2-40B4-BE49-F238E27FC236}">
                <a16:creationId xmlns:a16="http://schemas.microsoft.com/office/drawing/2014/main" id="{5D16EA65-D03D-4FCB-9291-35C596DD291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3E3BA4C-EEEE-4615-891D-B858653E7F09}"/>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68CB7-B32E-4408-BF5E-2B9C57AD20A6}"/>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676D87FD-851F-4C4E-800A-E7A01826A870}"/>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3F495EFF-FF19-4E7D-84C5-3067A37C00A5}"/>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835743E9-0F2C-402B-9D7F-221B0C84A60A}"/>
              </a:ext>
            </a:extLst>
          </p:cNvPr>
          <p:cNvSpPr>
            <a:spLocks noGrp="1"/>
          </p:cNvSpPr>
          <p:nvPr>
            <p:ph type="dt" idx="10"/>
          </p:nvPr>
        </p:nvSpPr>
        <p:spPr/>
        <p:txBody>
          <a:bodyPr/>
          <a:lstStyle/>
          <a:p>
            <a:fld id="{5BCAD085-E8A6-8845-BD4E-CB4CCA059FC4}" type="datetimeFigureOut">
              <a:t>11/09/2026</a:t>
            </a:fld>
            <a:endParaRPr/>
          </a:p>
        </p:txBody>
      </p:sp>
      <p:sp>
        <p:nvSpPr>
          <p:cNvPr id="6" name="Footer Placeholder 5">
            <a:extLst>
              <a:ext uri="{FF2B5EF4-FFF2-40B4-BE49-F238E27FC236}">
                <a16:creationId xmlns:a16="http://schemas.microsoft.com/office/drawing/2014/main" id="{492F3115-4150-4423-ACD4-FD8D4EA800F2}"/>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81999E88-2D37-4950-94C8-026BD51A92B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C0F9B-BBD5-4848-B3E3-5D0A232F7E2E}"/>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FD6442FE-8DE7-46FE-9BC5-2CB515654755}"/>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05DDAD43-1F3C-4DCA-8AD1-450906132306}"/>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E12D05D6-3D60-4128-8522-24E9B8D98A71}"/>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AC656120-6A09-40BF-A696-E62FCC8CC445}"/>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1A81868D-0510-47D2-8705-8321EA17C09E}"/>
              </a:ext>
            </a:extLst>
          </p:cNvPr>
          <p:cNvSpPr>
            <a:spLocks noGrp="1"/>
          </p:cNvSpPr>
          <p:nvPr>
            <p:ph type="dt" idx="10"/>
          </p:nvPr>
        </p:nvSpPr>
        <p:spPr/>
        <p:txBody>
          <a:bodyPr/>
          <a:lstStyle/>
          <a:p>
            <a:fld id="{5BCAD085-E8A6-8845-BD4E-CB4CCA059FC4}" type="datetimeFigureOut">
              <a:t>11/09/2026</a:t>
            </a:fld>
            <a:endParaRPr/>
          </a:p>
        </p:txBody>
      </p:sp>
      <p:sp>
        <p:nvSpPr>
          <p:cNvPr id="8" name="Footer Placeholder 7">
            <a:extLst>
              <a:ext uri="{FF2B5EF4-FFF2-40B4-BE49-F238E27FC236}">
                <a16:creationId xmlns:a16="http://schemas.microsoft.com/office/drawing/2014/main" id="{A91C8FE1-D5CF-42D6-9B73-2DB0F9798364}"/>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A0882416-C79A-4793-8DEA-BC8D820FC9F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FE955-4B93-4F77-A06C-34F01E7DB1BE}"/>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AE420F23-F962-4F5E-86C6-012E8AB39D0B}"/>
              </a:ext>
            </a:extLst>
          </p:cNvPr>
          <p:cNvSpPr>
            <a:spLocks noGrp="1"/>
          </p:cNvSpPr>
          <p:nvPr>
            <p:ph type="dt" idx="10"/>
          </p:nvPr>
        </p:nvSpPr>
        <p:spPr/>
        <p:txBody>
          <a:bodyPr/>
          <a:lstStyle/>
          <a:p>
            <a:fld id="{5BCAD085-E8A6-8845-BD4E-CB4CCA059FC4}" type="datetimeFigureOut">
              <a:t>11/09/2026</a:t>
            </a:fld>
            <a:endParaRPr/>
          </a:p>
        </p:txBody>
      </p:sp>
      <p:sp>
        <p:nvSpPr>
          <p:cNvPr id="4" name="Footer Placeholder 3">
            <a:extLst>
              <a:ext uri="{FF2B5EF4-FFF2-40B4-BE49-F238E27FC236}">
                <a16:creationId xmlns:a16="http://schemas.microsoft.com/office/drawing/2014/main" id="{5DC8E886-9379-411D-A0BE-4BF4BCBC485B}"/>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97AAE907-DA8A-458D-8775-D9B554AAD6EC}"/>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2627E5-BD78-498E-8585-E6250463EAB3}"/>
              </a:ext>
            </a:extLst>
          </p:cNvPr>
          <p:cNvSpPr>
            <a:spLocks noGrp="1"/>
          </p:cNvSpPr>
          <p:nvPr>
            <p:ph type="dt" idx="10"/>
          </p:nvPr>
        </p:nvSpPr>
        <p:spPr/>
        <p:txBody>
          <a:bodyPr/>
          <a:lstStyle/>
          <a:p>
            <a:fld id="{5BCAD085-E8A6-8845-BD4E-CB4CCA059FC4}" type="datetimeFigureOut">
              <a:t>11/09/2026</a:t>
            </a:fld>
            <a:endParaRPr/>
          </a:p>
        </p:txBody>
      </p:sp>
      <p:sp>
        <p:nvSpPr>
          <p:cNvPr id="3" name="Footer Placeholder 2">
            <a:extLst>
              <a:ext uri="{FF2B5EF4-FFF2-40B4-BE49-F238E27FC236}">
                <a16:creationId xmlns:a16="http://schemas.microsoft.com/office/drawing/2014/main" id="{C465668A-A083-49C7-895D-20CFDBECE11E}"/>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5531CDF9-7C81-443A-87A2-13060827344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D22B9-6A36-4270-8CA0-D7E0813B1484}"/>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391CFCFF-796B-4265-BB1A-AD508E435F02}"/>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5DC2F6F6-0277-44B6-ACD2-6400B7F923AD}"/>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F3647FF7-F740-427C-86F9-400CEA291787}"/>
              </a:ext>
            </a:extLst>
          </p:cNvPr>
          <p:cNvSpPr>
            <a:spLocks noGrp="1"/>
          </p:cNvSpPr>
          <p:nvPr>
            <p:ph type="dt" idx="10"/>
          </p:nvPr>
        </p:nvSpPr>
        <p:spPr/>
        <p:txBody>
          <a:bodyPr/>
          <a:lstStyle/>
          <a:p>
            <a:fld id="{5BCAD085-E8A6-8845-BD4E-CB4CCA059FC4}" type="datetimeFigureOut">
              <a:t>11/09/2026</a:t>
            </a:fld>
            <a:endParaRPr/>
          </a:p>
        </p:txBody>
      </p:sp>
      <p:sp>
        <p:nvSpPr>
          <p:cNvPr id="6" name="Footer Placeholder 5">
            <a:extLst>
              <a:ext uri="{FF2B5EF4-FFF2-40B4-BE49-F238E27FC236}">
                <a16:creationId xmlns:a16="http://schemas.microsoft.com/office/drawing/2014/main" id="{FC263E00-7DAB-4F3C-9323-93C1301FC98A}"/>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E835116D-55B3-487D-8F7F-98A42A6D7F1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D1836-C9DD-4183-B6CB-04D40E853258}"/>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C0CCC799-075F-42BA-85AB-26AAEBE75AA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A9DC101C-9C52-43A4-BD02-754B5E6CFE28}"/>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6B807240-93D7-4DD6-B735-9EFD9960EEB1}"/>
              </a:ext>
            </a:extLst>
          </p:cNvPr>
          <p:cNvSpPr>
            <a:spLocks noGrp="1"/>
          </p:cNvSpPr>
          <p:nvPr>
            <p:ph type="dt" idx="10"/>
          </p:nvPr>
        </p:nvSpPr>
        <p:spPr/>
        <p:txBody>
          <a:bodyPr/>
          <a:lstStyle/>
          <a:p>
            <a:fld id="{5BCAD085-E8A6-8845-BD4E-CB4CCA059FC4}" type="datetimeFigureOut">
              <a:t>11/09/2026</a:t>
            </a:fld>
            <a:endParaRPr/>
          </a:p>
        </p:txBody>
      </p:sp>
      <p:sp>
        <p:nvSpPr>
          <p:cNvPr id="6" name="Footer Placeholder 5">
            <a:extLst>
              <a:ext uri="{FF2B5EF4-FFF2-40B4-BE49-F238E27FC236}">
                <a16:creationId xmlns:a16="http://schemas.microsoft.com/office/drawing/2014/main" id="{BDD03988-087B-413D-A63B-228282F946EC}"/>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CE9816B-59B3-42D9-9535-C98AC5E6286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79ABD-E43B-48FC-A0E3-C743E819CCED}"/>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F503731F-5687-4308-B3CD-D916CCD4AF67}"/>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62DDB045-4FB3-49B4-953A-135B601BCDBF}"/>
              </a:ext>
            </a:extLst>
          </p:cNvPr>
          <p:cNvSpPr>
            <a:spLocks noGrp="1"/>
          </p:cNvSpPr>
          <p:nvPr>
            <p:ph type="dt" idx="10"/>
          </p:nvPr>
        </p:nvSpPr>
        <p:spPr/>
        <p:txBody>
          <a:bodyPr/>
          <a:lstStyle/>
          <a:p>
            <a:fld id="{5BCAD085-E8A6-8845-BD4E-CB4CCA059FC4}" type="datetimeFigureOut">
              <a:t>11/09/2026</a:t>
            </a:fld>
            <a:endParaRPr/>
          </a:p>
        </p:txBody>
      </p:sp>
      <p:sp>
        <p:nvSpPr>
          <p:cNvPr id="5" name="Footer Placeholder 4">
            <a:extLst>
              <a:ext uri="{FF2B5EF4-FFF2-40B4-BE49-F238E27FC236}">
                <a16:creationId xmlns:a16="http://schemas.microsoft.com/office/drawing/2014/main" id="{FB38B454-C833-49DF-88DD-A55C8562664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CEC504EC-41E2-4CAF-BF6B-51469A73C7C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EAEFD5-BD6A-433C-97FD-DCD964ED7CB5}"/>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AD9DA7DB-C875-4509-9AEB-08624FC7A111}"/>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097EA71A-34B0-4843-B9BD-AC938C31EB86}"/>
              </a:ext>
            </a:extLst>
          </p:cNvPr>
          <p:cNvSpPr>
            <a:spLocks noGrp="1"/>
          </p:cNvSpPr>
          <p:nvPr>
            <p:ph type="dt" idx="10"/>
          </p:nvPr>
        </p:nvSpPr>
        <p:spPr/>
        <p:txBody>
          <a:bodyPr/>
          <a:lstStyle/>
          <a:p>
            <a:fld id="{5BCAD085-E8A6-8845-BD4E-CB4CCA059FC4}" type="datetimeFigureOut">
              <a:t>11/09/2026</a:t>
            </a:fld>
            <a:endParaRPr/>
          </a:p>
        </p:txBody>
      </p:sp>
      <p:sp>
        <p:nvSpPr>
          <p:cNvPr id="5" name="Footer Placeholder 4">
            <a:extLst>
              <a:ext uri="{FF2B5EF4-FFF2-40B4-BE49-F238E27FC236}">
                <a16:creationId xmlns:a16="http://schemas.microsoft.com/office/drawing/2014/main" id="{BB9D45FF-850F-4C96-BE9E-32F14204EC12}"/>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53015FF-02A1-4D54-9CED-557FD912092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447355-2A4F-4F5B-BA1E-19DF05957D0D}"/>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5D956A0F-F5D7-45FE-8658-9193FB36CE83}"/>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rPr lang="en-US" dirty="0"/>
              <a:t>CLICK TO EDIT MASTER TEXT STYLES</a:t>
            </a:r>
          </a:p>
          <a:p>
            <a:pPr lvl="1">
              <a:buNone/>
            </a:pPr>
            <a:r>
              <a:rPr lang="en-US" dirty="0"/>
              <a:t>SECOND LEVEL</a:t>
            </a:r>
          </a:p>
          <a:p>
            <a:pPr lvl="2">
              <a:buNone/>
            </a:pPr>
            <a:r>
              <a:rPr lang="en-US" dirty="0"/>
              <a:t>THIRD LEVEL</a:t>
            </a:r>
          </a:p>
          <a:p>
            <a:pPr lvl="3">
              <a:buNone/>
            </a:pPr>
            <a:r>
              <a:rPr lang="en-US" dirty="0"/>
              <a:t>FOURTH LEVEL</a:t>
            </a:r>
          </a:p>
          <a:p>
            <a:pPr lvl="4">
              <a:buNone/>
            </a:pPr>
            <a:r>
              <a:rPr lang="en-US" dirty="0"/>
              <a:t>FIFTH LEVEL</a:t>
            </a:r>
          </a:p>
        </p:txBody>
      </p:sp>
      <p:sp>
        <p:nvSpPr>
          <p:cNvPr id="4" name="Date Placeholder 3">
            <a:extLst>
              <a:ext uri="{FF2B5EF4-FFF2-40B4-BE49-F238E27FC236}">
                <a16:creationId xmlns:a16="http://schemas.microsoft.com/office/drawing/2014/main" id="{18AEF122-5FFD-461C-9A51-230B33F4BC0A}"/>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rPr lang="en-US" smtClean="0"/>
              <a:t>9/11/2026</a:t>
            </a:fld>
            <a:endParaRPr lang="en-US" dirty="0"/>
          </a:p>
        </p:txBody>
      </p:sp>
      <p:sp>
        <p:nvSpPr>
          <p:cNvPr id="5" name="Footer Placeholder 4">
            <a:extLst>
              <a:ext uri="{FF2B5EF4-FFF2-40B4-BE49-F238E27FC236}">
                <a16:creationId xmlns:a16="http://schemas.microsoft.com/office/drawing/2014/main" id="{25E4D20E-D3E3-4B57-8AFF-220AB33B2C7E}"/>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ECC2804-CA22-4816-88A4-59D76B9955A4}"/>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3000" kern="1200">
          <a:solidFill>
            <a:schemeClr val="tx1"/>
          </a:solidFill>
          <a:latin typeface="+mj-lt"/>
          <a:ea typeface="+mj-lt"/>
          <a:cs typeface="+mj-lt"/>
        </a:defRPr>
      </a:lvl1pPr>
    </p:titleStyle>
    <p:bodyStyle>
      <a:lvl1pPr marL="342900" indent="-342900" algn="l" defTabSz="457200">
        <a:spcBef>
          <a:spcPct val="20000"/>
        </a:spcBef>
        <a:buFont typeface="Arial"/>
        <a:buChar char="•"/>
        <a:defRPr sz="2000" kern="1200">
          <a:solidFill>
            <a:schemeClr val="tx1"/>
          </a:solidFill>
          <a:latin typeface="+mn-lt"/>
          <a:ea typeface="+mn-lt"/>
          <a:cs typeface="+mn-lt"/>
        </a:defRPr>
      </a:lvl1pPr>
      <a:lvl2pPr marL="742950" indent="-285750" algn="l" defTabSz="457200">
        <a:spcBef>
          <a:spcPct val="20000"/>
        </a:spcBef>
        <a:buFont typeface="Arial"/>
        <a:buChar char="–"/>
        <a:defRPr sz="2000" kern="1200">
          <a:solidFill>
            <a:schemeClr val="tx1"/>
          </a:solidFill>
          <a:latin typeface="+mn-lt"/>
          <a:ea typeface="+mn-lt"/>
          <a:cs typeface="+mn-lt"/>
        </a:defRPr>
      </a:lvl2pPr>
      <a:lvl3pPr marL="1143000" indent="-228600" algn="l" defTabSz="457200">
        <a:spcBef>
          <a:spcPct val="20000"/>
        </a:spcBef>
        <a:buFont typeface="Arial"/>
        <a:buChar char="•"/>
        <a:defRPr sz="20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5.sv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6.sv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7.sv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8.sv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9.sv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0.sv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1.sv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2.sv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3.sv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4.sv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6.svg"/></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7.svg"/></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8.svg"/></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9.svg"/></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0.svg"/></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1.svg"/></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2.svg"/></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3.svg"/></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4.svg"/></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5.svg"/></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6.svg"/></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7.svg"/></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8.svg"/></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9.svg"/></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40.svg"/></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41.svg"/></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42.svg"/></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43.svg"/></Relationships>
</file>

<file path=ppt/slides/_rels/slide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44.svg"/></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45.svg"/></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46.svg"/></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47.svg"/></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48.svg"/></Relationships>
</file>

<file path=ppt/slides/_rels/slide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49.svg"/></Relationships>
</file>

<file path=ppt/slides/_rels/slide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50.svg"/></Relationships>
</file>

<file path=ppt/slides/_rels/slide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image" Target="../media/image51.svg"/></Relationships>
</file>

<file path=ppt/slides/_rels/slide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7.xml"/><Relationship Id="rId4" Type="http://schemas.openxmlformats.org/officeDocument/2006/relationships/image" Target="../media/image52.svg"/></Relationships>
</file>

<file path=ppt/slides/_rels/slide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53.svg"/></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0.xml"/><Relationship Id="rId1" Type="http://schemas.openxmlformats.org/officeDocument/2006/relationships/slideLayout" Target="../slideLayouts/slideLayout7.xml"/><Relationship Id="rId4" Type="http://schemas.openxmlformats.org/officeDocument/2006/relationships/image" Target="../media/image54.svg"/></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1.xml"/><Relationship Id="rId1" Type="http://schemas.openxmlformats.org/officeDocument/2006/relationships/slideLayout" Target="../slideLayouts/slideLayout7.xml"/><Relationship Id="rId4" Type="http://schemas.openxmlformats.org/officeDocument/2006/relationships/image" Target="../media/image55.svg"/></Relationships>
</file>

<file path=ppt/slides/_rels/slide5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2.xml"/><Relationship Id="rId1" Type="http://schemas.openxmlformats.org/officeDocument/2006/relationships/slideLayout" Target="../slideLayouts/slideLayout7.xml"/><Relationship Id="rId4" Type="http://schemas.openxmlformats.org/officeDocument/2006/relationships/image" Target="../media/image56.svg"/></Relationships>
</file>

<file path=ppt/slides/_rels/slide5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57.svg"/></Relationships>
</file>

<file path=ppt/slides/_rels/slide5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59.svg"/></Relationships>
</file>

<file path=ppt/slides/_rels/slide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60.svg"/></Relationships>
</file>

<file path=ppt/slides/_rels/slide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61.svg"/></Relationships>
</file>

<file path=ppt/slides/_rels/slide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62.svg"/></Relationships>
</file>

<file path=ppt/slides/_rels/slide6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63.svg"/></Relationships>
</file>

<file path=ppt/slides/_rels/slide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64.svg"/></Relationships>
</file>

<file path=ppt/slides/_rels/slide6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65.svg"/></Relationships>
</file>

<file path=ppt/slides/_rels/slide6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66.svg"/></Relationships>
</file>

<file path=ppt/slides/_rels/slide6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67.svg"/></Relationships>
</file>

<file path=ppt/slides/_rels/slide6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68.svg"/></Relationships>
</file>

<file path=ppt/slides/_rels/slide6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69.svg"/></Relationships>
</file>

<file path=ppt/slides/_rels/slide7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70.svg"/></Relationships>
</file>

<file path=ppt/slides/_rels/slide7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71.svg"/></Relationships>
</file>

<file path=ppt/slides/_rels/slide7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72.svg"/></Relationships>
</file>

<file path=ppt/slides/_rels/slide7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73.svg"/></Relationships>
</file>

<file path=ppt/slides/_rels/slide7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74.svg"/></Relationships>
</file>

<file path=ppt/slides/_rels/slide7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75.svg"/></Relationships>
</file>

<file path=ppt/slides/_rels/slide7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76.svg"/></Relationships>
</file>

<file path=ppt/slides/_rels/slide7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77.svg"/></Relationships>
</file>

<file path=ppt/slides/_rels/slide7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78.svg"/></Relationships>
</file>

<file path=ppt/slides/_rels/slide7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5.xml"/><Relationship Id="rId1" Type="http://schemas.openxmlformats.org/officeDocument/2006/relationships/slideLayout" Target="../slideLayouts/slideLayout2.xml"/><Relationship Id="rId4" Type="http://schemas.openxmlformats.org/officeDocument/2006/relationships/image" Target="../media/image79.svg"/></Relationships>
</file>

<file path=ppt/slides/_rels/slide8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80.svg"/></Relationships>
</file>

<file path=ppt/slides/_rels/slide8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81.svg"/></Relationships>
</file>

<file path=ppt/slides/_rels/slide8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82.svg"/></Relationships>
</file>

<file path=ppt/slides/_rels/slide8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9.xml"/><Relationship Id="rId1" Type="http://schemas.openxmlformats.org/officeDocument/2006/relationships/slideLayout" Target="../slideLayouts/slideLayout2.xml"/><Relationship Id="rId4" Type="http://schemas.openxmlformats.org/officeDocument/2006/relationships/image" Target="../media/image83.svg"/></Relationships>
</file>

<file path=ppt/slides/_rels/slide8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0.xml"/><Relationship Id="rId1" Type="http://schemas.openxmlformats.org/officeDocument/2006/relationships/slideLayout" Target="../slideLayouts/slideLayout2.xml"/><Relationship Id="rId4" Type="http://schemas.openxmlformats.org/officeDocument/2006/relationships/image" Target="../media/image84.svg"/></Relationships>
</file>

<file path=ppt/slides/_rels/slide8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1.xml"/><Relationship Id="rId1" Type="http://schemas.openxmlformats.org/officeDocument/2006/relationships/slideLayout" Target="../slideLayouts/slideLayout2.xml"/><Relationship Id="rId4" Type="http://schemas.openxmlformats.org/officeDocument/2006/relationships/image" Target="../media/image85.svg"/></Relationships>
</file>

<file path=ppt/slides/_rels/slide8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86.svg"/></Relationships>
</file>

<file path=ppt/slides/_rels/slide8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3.xml"/><Relationship Id="rId1" Type="http://schemas.openxmlformats.org/officeDocument/2006/relationships/slideLayout" Target="../slideLayouts/slideLayout2.xml"/><Relationship Id="rId4" Type="http://schemas.openxmlformats.org/officeDocument/2006/relationships/image" Target="../media/image87.svg"/></Relationships>
</file>

<file path=ppt/slides/_rels/slide8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4.xml"/><Relationship Id="rId1" Type="http://schemas.openxmlformats.org/officeDocument/2006/relationships/slideLayout" Target="../slideLayouts/slideLayout2.xml"/><Relationship Id="rId4" Type="http://schemas.openxmlformats.org/officeDocument/2006/relationships/image" Target="../media/image88.svg"/></Relationships>
</file>

<file path=ppt/slides/_rels/slide8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5.xml"/><Relationship Id="rId1" Type="http://schemas.openxmlformats.org/officeDocument/2006/relationships/slideLayout" Target="../slideLayouts/slideLayout2.xml"/><Relationship Id="rId4" Type="http://schemas.openxmlformats.org/officeDocument/2006/relationships/image" Target="../media/image89.svg"/></Relationships>
</file>

<file path=ppt/slides/_rels/slide9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6.xml"/><Relationship Id="rId1" Type="http://schemas.openxmlformats.org/officeDocument/2006/relationships/slideLayout" Target="../slideLayouts/slideLayout7.xml"/><Relationship Id="rId4" Type="http://schemas.openxmlformats.org/officeDocument/2006/relationships/image" Target="../media/image90.svg"/></Relationships>
</file>

<file path=ppt/slides/_rels/slide9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7.xml"/><Relationship Id="rId1" Type="http://schemas.openxmlformats.org/officeDocument/2006/relationships/slideLayout" Target="../slideLayouts/slideLayout7.xml"/><Relationship Id="rId4" Type="http://schemas.openxmlformats.org/officeDocument/2006/relationships/image" Target="../media/image91.svg"/></Relationships>
</file>

<file path=ppt/slides/_rels/slide9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8.xml"/><Relationship Id="rId1" Type="http://schemas.openxmlformats.org/officeDocument/2006/relationships/slideLayout" Target="../slideLayouts/slideLayout7.xml"/><Relationship Id="rId4" Type="http://schemas.openxmlformats.org/officeDocument/2006/relationships/image" Target="../media/image92.svg"/></Relationships>
</file>

<file path=ppt/slides/_rels/slide9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9.xml"/><Relationship Id="rId1" Type="http://schemas.openxmlformats.org/officeDocument/2006/relationships/slideLayout" Target="../slideLayouts/slideLayout7.xml"/><Relationship Id="rId4" Type="http://schemas.openxmlformats.org/officeDocument/2006/relationships/image" Target="../media/image93.svg"/></Relationships>
</file>

<file path=ppt/slides/_rels/slide9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0.xml"/><Relationship Id="rId1" Type="http://schemas.openxmlformats.org/officeDocument/2006/relationships/slideLayout" Target="../slideLayouts/slideLayout7.xml"/><Relationship Id="rId4" Type="http://schemas.openxmlformats.org/officeDocument/2006/relationships/image" Target="../media/image94.svg"/></Relationships>
</file>

<file path=ppt/slides/_rels/slide9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1.xml"/><Relationship Id="rId1" Type="http://schemas.openxmlformats.org/officeDocument/2006/relationships/slideLayout" Target="../slideLayouts/slideLayout7.xml"/><Relationship Id="rId4" Type="http://schemas.openxmlformats.org/officeDocument/2006/relationships/image" Target="../media/image95.svg"/></Relationships>
</file>

<file path=ppt/slides/_rels/slide9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2.xml"/><Relationship Id="rId1" Type="http://schemas.openxmlformats.org/officeDocument/2006/relationships/slideLayout" Target="../slideLayouts/slideLayout7.xml"/><Relationship Id="rId4" Type="http://schemas.openxmlformats.org/officeDocument/2006/relationships/image" Target="../media/image96.svg"/></Relationships>
</file>

<file path=ppt/slides/_rels/slide9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3.xml"/><Relationship Id="rId1" Type="http://schemas.openxmlformats.org/officeDocument/2006/relationships/slideLayout" Target="../slideLayouts/slideLayout7.xml"/><Relationship Id="rId4" Type="http://schemas.openxmlformats.org/officeDocument/2006/relationships/image" Target="../media/image97.svg"/></Relationships>
</file>

<file path=ppt/slides/_rels/slide9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4.xml"/><Relationship Id="rId1" Type="http://schemas.openxmlformats.org/officeDocument/2006/relationships/slideLayout" Target="../slideLayouts/slideLayout7.xml"/><Relationship Id="rId4" Type="http://schemas.openxmlformats.org/officeDocument/2006/relationships/image" Target="../media/image98.svg"/></Relationships>
</file>

<file path=ppt/slides/_rels/slide9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5.xml"/><Relationship Id="rId1" Type="http://schemas.openxmlformats.org/officeDocument/2006/relationships/slideLayout" Target="../slideLayouts/slideLayout7.xml"/><Relationship Id="rId4" Type="http://schemas.openxmlformats.org/officeDocument/2006/relationships/image" Target="../media/image99.svg"/></Relationships>
</file>

<file path=ppt/slides/_rels/slide10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6.xml"/><Relationship Id="rId1" Type="http://schemas.openxmlformats.org/officeDocument/2006/relationships/slideLayout" Target="../slideLayouts/slideLayout7.xml"/><Relationship Id="rId4" Type="http://schemas.openxmlformats.org/officeDocument/2006/relationships/image" Target="../media/image100.svg"/></Relationships>
</file>

<file path=ppt/slides/_rels/slide10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7.xml"/><Relationship Id="rId1" Type="http://schemas.openxmlformats.org/officeDocument/2006/relationships/slideLayout" Target="../slideLayouts/slideLayout7.xml"/><Relationship Id="rId4" Type="http://schemas.openxmlformats.org/officeDocument/2006/relationships/image" Target="../media/image101.svg"/></Relationships>
</file>

<file path=ppt/slides/_rels/slide10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8.xml"/><Relationship Id="rId1" Type="http://schemas.openxmlformats.org/officeDocument/2006/relationships/slideLayout" Target="../slideLayouts/slideLayout2.xml"/><Relationship Id="rId4" Type="http://schemas.openxmlformats.org/officeDocument/2006/relationships/image" Target="../media/image102.svg"/></Relationships>
</file>

<file path=ppt/slides/_rels/slide103.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3C6D"/>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00DBE0E-242E-4108-9753-27F05DFFFC36}"/>
              </a:ext>
            </a:extLst>
          </p:cNvPr>
          <p:cNvSpPr>
            <a:spLocks noGrp="1"/>
          </p:cNvSpPr>
          <p:nvPr/>
        </p:nvSpPr>
        <p:spPr>
          <a:xfrm>
            <a:off x="0" y="0"/>
            <a:ext cx="12191695" cy="146304"/>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30920D91-A144-4C3D-B571-D4EB80B0C7DD}"/>
              </a:ext>
            </a:extLst>
          </p:cNvPr>
          <p:cNvSpPr>
            <a:spLocks noGrp="1"/>
          </p:cNvSpPr>
          <p:nvPr/>
        </p:nvSpPr>
        <p:spPr>
          <a:xfrm>
            <a:off x="731520" y="952179"/>
            <a:ext cx="2709653" cy="381643"/>
          </a:xfrm>
          <a:prstGeom prst="rect">
            <a:avLst/>
          </a:prstGeom>
          <a:noFill/>
        </p:spPr>
        <p:txBody>
          <a:bodyPr wrap="none" lIns="36576" tIns="36576" rIns="36576" bIns="36576" anchor="ctr">
            <a:spAutoFit/>
          </a:bodyPr>
          <a:lstStyle/>
          <a:p>
            <a:pPr algn="l">
              <a:buNone/>
            </a:pPr>
            <a:r>
              <a:rPr sz="2000" b="1">
                <a:solidFill>
                  <a:srgbClr val="D4AF37"/>
                </a:solidFill>
                <a:latin typeface="Aptos"/>
                <a:ea typeface="Aptos"/>
                <a:cs typeface="Aptos"/>
              </a:rPr>
              <a:t>ĐÀO TẠO THỰC CHIẾN</a:t>
            </a:r>
          </a:p>
        </p:txBody>
      </p:sp>
      <p:sp>
        <p:nvSpPr>
          <p:cNvPr id="4" name="TextBox 3">
            <a:extLst>
              <a:ext uri="{FF2B5EF4-FFF2-40B4-BE49-F238E27FC236}">
                <a16:creationId xmlns:a16="http://schemas.microsoft.com/office/drawing/2014/main" id="{D4D4B645-C391-42A5-9623-21A086FAFBBD}"/>
              </a:ext>
            </a:extLst>
          </p:cNvPr>
          <p:cNvSpPr>
            <a:spLocks noGrp="1"/>
          </p:cNvSpPr>
          <p:nvPr/>
        </p:nvSpPr>
        <p:spPr>
          <a:xfrm>
            <a:off x="731520" y="1600200"/>
            <a:ext cx="10789920" cy="1325880"/>
          </a:xfrm>
          <a:prstGeom prst="rect">
            <a:avLst/>
          </a:prstGeom>
          <a:noFill/>
        </p:spPr>
        <p:txBody>
          <a:bodyPr wrap="none" lIns="36576" tIns="36576" rIns="36576" bIns="36576" anchor="ctr">
            <a:spAutoFit/>
          </a:bodyPr>
          <a:lstStyle/>
          <a:p>
            <a:pPr algn="l">
              <a:buNone/>
            </a:pPr>
            <a:r>
              <a:rPr sz="4200" b="1">
                <a:solidFill>
                  <a:srgbClr val="FFFFFF"/>
                </a:solidFill>
                <a:latin typeface="Aptos Display"/>
                <a:ea typeface="Aptos Display"/>
                <a:cs typeface="Aptos Display"/>
              </a:rPr>
              <a:t>HÚT CỘNG ĐỒNG TỰ ĐỘNG</a:t>
            </a:r>
          </a:p>
        </p:txBody>
      </p:sp>
      <p:sp>
        <p:nvSpPr>
          <p:cNvPr id="6" name="Rectangle 5">
            <a:extLst>
              <a:ext uri="{FF2B5EF4-FFF2-40B4-BE49-F238E27FC236}">
                <a16:creationId xmlns:a16="http://schemas.microsoft.com/office/drawing/2014/main" id="{B5F626ED-CEBF-489D-BC2E-EE03E3EAC6E0}"/>
              </a:ext>
            </a:extLst>
          </p:cNvPr>
          <p:cNvSpPr>
            <a:spLocks noGrp="1"/>
          </p:cNvSpPr>
          <p:nvPr/>
        </p:nvSpPr>
        <p:spPr>
          <a:xfrm>
            <a:off x="749808" y="4251960"/>
            <a:ext cx="1828800" cy="73152"/>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E73940DE-10B5-4522-A557-29A2F2673A7E}"/>
              </a:ext>
            </a:extLst>
          </p:cNvPr>
          <p:cNvSpPr>
            <a:spLocks noGrp="1"/>
          </p:cNvSpPr>
          <p:nvPr/>
        </p:nvSpPr>
        <p:spPr>
          <a:xfrm>
            <a:off x="749808" y="4640333"/>
            <a:ext cx="6963316" cy="366254"/>
          </a:xfrm>
          <a:prstGeom prst="rect">
            <a:avLst/>
          </a:prstGeom>
          <a:noFill/>
        </p:spPr>
        <p:txBody>
          <a:bodyPr wrap="none" lIns="36576" tIns="36576" rIns="36576" bIns="36576" anchor="ctr">
            <a:spAutoFit/>
          </a:bodyPr>
          <a:lstStyle/>
          <a:p>
            <a:pPr algn="l">
              <a:buNone/>
            </a:pPr>
            <a:r>
              <a:rPr sz="1900" b="1">
                <a:solidFill>
                  <a:srgbClr val="FFFFFF"/>
                </a:solidFill>
                <a:latin typeface="Aptos"/>
                <a:ea typeface="Aptos"/>
                <a:cs typeface="Aptos"/>
              </a:rPr>
              <a:t>TỪ “ĐI TÌM NGƯỜI” → “XÂY NƠI NGƯỜI PHÙ HỢP TỰ TÌM ĐẾN”</a:t>
            </a:r>
          </a:p>
        </p:txBody>
      </p:sp>
      <p:sp>
        <p:nvSpPr>
          <p:cNvPr id="8" name="TextBox 4">
            <a:extLst>
              <a:ext uri="{FF2B5EF4-FFF2-40B4-BE49-F238E27FC236}">
                <a16:creationId xmlns:a16="http://schemas.microsoft.com/office/drawing/2014/main" id="{CE7F4E3C-9A54-4A60-AA20-5900748D2CF7}"/>
              </a:ext>
            </a:extLst>
          </p:cNvPr>
          <p:cNvSpPr>
            <a:spLocks noGrp="1"/>
          </p:cNvSpPr>
          <p:nvPr/>
        </p:nvSpPr>
        <p:spPr>
          <a:xfrm>
            <a:off x="733425" y="2971800"/>
            <a:ext cx="10715625" cy="409575"/>
          </a:xfrm>
          <a:prstGeom prst="rect">
            <a:avLst/>
          </a:prstGeom>
          <a:noFill/>
          <a:ln w="0">
            <a:noFill/>
            <a:prstDash val="solid"/>
          </a:ln>
        </p:spPr>
        <p:txBody>
          <a:bodyPr lIns="0" tIns="0" rIns="0" bIns="0" anchor="ctr">
            <a:normAutofit/>
          </a:bodyPr>
          <a:lstStyle/>
          <a:p>
            <a:pPr marL="0" indent="0" algn="l">
              <a:lnSpc>
                <a:spcPct val="100000"/>
              </a:lnSpc>
              <a:spcAft>
                <a:spcPts val="4"/>
              </a:spcAft>
              <a:buNone/>
              <a:defRPr sz="1575" b="1">
                <a:solidFill>
                  <a:srgbClr val="DCE8F7"/>
                </a:solidFill>
                <a:latin typeface="Aptos"/>
                <a:ea typeface="Aptos"/>
                <a:cs typeface="Aptos"/>
              </a:defRPr>
            </a:pPr>
            <a:r>
              <a:rPr sz="1700" b="1" dirty="0">
                <a:solidFill>
                  <a:srgbClr val="DCE8F7"/>
                </a:solidFill>
                <a:latin typeface="Aptos"/>
                <a:ea typeface="Aptos"/>
                <a:cs typeface="Aptos"/>
              </a:rPr>
              <a:t>MỘT QUY TRÌNH HÚT NGƯỜI PHÙ HỢP CHỦ ĐỘNG TÌM HIỂU — THAY VÌ BẠN PHẢI LIÊN TỤC ĐI MỜI.</a:t>
            </a:r>
          </a:p>
        </p:txBody>
      </p:sp>
    </p:spTree>
    <p:extLst>
      <p:ext uri="{BB962C8B-B14F-4D97-AF65-F5344CB8AC3E}">
        <p14:creationId xmlns:p14="http://schemas.microsoft.com/office/powerpoint/2010/main" val="8699920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710523-1750-2476-A3A9-4757B6D0D0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42209105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CB51CAB-05FC-3B2F-AEC7-AD0AB9CFA0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4" name="TextBox 3">
            <a:extLst>
              <a:ext uri="{FF2B5EF4-FFF2-40B4-BE49-F238E27FC236}">
                <a16:creationId xmlns:a16="http://schemas.microsoft.com/office/drawing/2014/main" id="{37CC3F58-93AB-68B7-7FC3-17C3CEDD7044}"/>
              </a:ext>
            </a:extLst>
          </p:cNvPr>
          <p:cNvSpPr txBox="1"/>
          <p:nvPr/>
        </p:nvSpPr>
        <p:spPr>
          <a:xfrm>
            <a:off x="540774" y="4857135"/>
            <a:ext cx="5761703" cy="369332"/>
          </a:xfrm>
          <a:prstGeom prst="rect">
            <a:avLst/>
          </a:prstGeom>
          <a:solidFill>
            <a:schemeClr val="tx2"/>
          </a:solidFill>
        </p:spPr>
        <p:txBody>
          <a:bodyPr wrap="square" rtlCol="0">
            <a:spAutoFit/>
          </a:bodyPr>
          <a:lstStyle/>
          <a:p>
            <a:endParaRPr lang="en-US" dirty="0"/>
          </a:p>
        </p:txBody>
      </p:sp>
    </p:spTree>
    <p:extLst>
      <p:ext uri="{BB962C8B-B14F-4D97-AF65-F5344CB8AC3E}">
        <p14:creationId xmlns:p14="http://schemas.microsoft.com/office/powerpoint/2010/main" val="3632409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4C7FD8-04E7-9FE6-A577-58843622CE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979186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0A7ED80-775D-6882-0061-B60B76D8E4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2879473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4" name="hero-copy-panel">
            <a:extLst>
              <a:ext uri="{FF2B5EF4-FFF2-40B4-BE49-F238E27FC236}">
                <a16:creationId xmlns:a16="http://schemas.microsoft.com/office/drawing/2014/main" id="{868E5043-D0EC-4648-9CA6-789170E33A21}"/>
              </a:ext>
            </a:extLst>
          </p:cNvPr>
          <p:cNvSpPr>
            <a:spLocks noGrp="1"/>
          </p:cNvSpPr>
          <p:nvPr/>
        </p:nvSpPr>
        <p:spPr>
          <a:xfrm>
            <a:off x="104160" y="1976284"/>
            <a:ext cx="6699764" cy="2369574"/>
          </a:xfrm>
          <a:prstGeom prst="rect">
            <a:avLst/>
          </a:prstGeom>
          <a:solidFill>
            <a:schemeClr val="accent1">
              <a:lumMod val="75000"/>
              <a:alpha val="84000"/>
            </a:schemeClr>
          </a:solidFill>
          <a:ln w="0">
            <a:noFill/>
            <a:prstDash val="solid"/>
          </a:ln>
        </p:spPr>
        <p:txBody>
          <a:bodyPr/>
          <a:lstStyle/>
          <a:p>
            <a:endParaRPr lang="vi-VN"/>
          </a:p>
        </p:txBody>
      </p:sp>
      <p:sp>
        <p:nvSpPr>
          <p:cNvPr id="2" name="hero-gold-accent">
            <a:extLst>
              <a:ext uri="{FF2B5EF4-FFF2-40B4-BE49-F238E27FC236}">
                <a16:creationId xmlns:a16="http://schemas.microsoft.com/office/drawing/2014/main" id="{28D42087-7F75-49F9-8337-D945E6DB7595}"/>
              </a:ext>
            </a:extLst>
          </p:cNvPr>
          <p:cNvSpPr>
            <a:spLocks noGrp="1"/>
          </p:cNvSpPr>
          <p:nvPr/>
        </p:nvSpPr>
        <p:spPr>
          <a:xfrm flipH="1">
            <a:off x="349416" y="2737055"/>
            <a:ext cx="45719" cy="723900"/>
          </a:xfrm>
          <a:prstGeom prst="rect">
            <a:avLst/>
          </a:prstGeom>
          <a:solidFill>
            <a:srgbClr val="F4C76D"/>
          </a:solidFill>
          <a:ln w="0">
            <a:solidFill>
              <a:srgbClr val="F4C76D"/>
            </a:solidFill>
            <a:prstDash val="solid"/>
          </a:ln>
        </p:spPr>
        <p:txBody>
          <a:bodyPr/>
          <a:lstStyle/>
          <a:p>
            <a:endParaRPr lang="vi-VN"/>
          </a:p>
        </p:txBody>
      </p:sp>
      <p:sp>
        <p:nvSpPr>
          <p:cNvPr id="3" name="hero-statement">
            <a:extLst>
              <a:ext uri="{FF2B5EF4-FFF2-40B4-BE49-F238E27FC236}">
                <a16:creationId xmlns:a16="http://schemas.microsoft.com/office/drawing/2014/main" id="{1A4E2C02-C308-4526-B092-56B2AF60B5E5}"/>
              </a:ext>
            </a:extLst>
          </p:cNvPr>
          <p:cNvSpPr>
            <a:spLocks noGrp="1"/>
          </p:cNvSpPr>
          <p:nvPr/>
        </p:nvSpPr>
        <p:spPr>
          <a:xfrm>
            <a:off x="666136" y="855406"/>
            <a:ext cx="6267141" cy="4572000"/>
          </a:xfrm>
          <a:prstGeom prst="rect">
            <a:avLst/>
          </a:prstGeom>
          <a:noFill/>
          <a:ln w="0">
            <a:noFill/>
            <a:prstDash val="solid"/>
          </a:ln>
        </p:spPr>
        <p:txBody>
          <a:bodyPr lIns="57150" tIns="38100" rIns="57150" bIns="38100" anchor="ctr">
            <a:normAutofit/>
          </a:bodyPr>
          <a:lstStyle/>
          <a:p>
            <a:pPr marL="0" indent="0" algn="l">
              <a:lnSpc>
                <a:spcPct val="103000"/>
              </a:lnSpc>
              <a:spcAft>
                <a:spcPts val="4"/>
              </a:spcAft>
              <a:buNone/>
              <a:defRPr sz="3000" b="1">
                <a:solidFill>
                  <a:srgbClr val="FFFFFF"/>
                </a:solidFill>
                <a:latin typeface="Aptos Display"/>
                <a:ea typeface="Aptos Display"/>
                <a:cs typeface="Aptos Display"/>
              </a:defRPr>
            </a:pPr>
            <a:r>
              <a:rPr lang="en-US" sz="2000" b="1" dirty="0">
                <a:solidFill>
                  <a:srgbClr val="FFFFFF"/>
                </a:solidFill>
                <a:latin typeface="Aptos Display"/>
                <a:ea typeface="Aptos Display"/>
                <a:cs typeface="Aptos Display"/>
              </a:rPr>
              <a:t>LÀM THẾ NÀO ĐỂ “THU HÚT CỘNG ĐỒNG TIÊU DÙNG LẠ HOẮC TRONG </a:t>
            </a:r>
            <a:r>
              <a:rPr lang="en-US" sz="2000" b="1" dirty="0">
                <a:solidFill>
                  <a:srgbClr val="F4C76D"/>
                </a:solidFill>
                <a:latin typeface="Aptos Display"/>
                <a:ea typeface="Aptos Display"/>
                <a:cs typeface="Aptos Display"/>
              </a:rPr>
              <a:t>30 NGÀY</a:t>
            </a:r>
            <a:r>
              <a:rPr lang="en-US" sz="2000" b="1" dirty="0">
                <a:solidFill>
                  <a:srgbClr val="FFFFFF"/>
                </a:solidFill>
                <a:latin typeface="Aptos Display"/>
                <a:ea typeface="Aptos Display"/>
                <a:cs typeface="Aptos Display"/>
              </a:rPr>
              <a:t>” MÀ KHÔNG CẦN PHẢI NGHE THÊM MỘT LỜI TỪ CHỐI NÀO NỮA?</a:t>
            </a:r>
          </a:p>
        </p:txBody>
      </p:sp>
    </p:spTree>
    <p:extLst>
      <p:ext uri="{BB962C8B-B14F-4D97-AF65-F5344CB8AC3E}">
        <p14:creationId xmlns:p14="http://schemas.microsoft.com/office/powerpoint/2010/main" val="3700479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6" name="statement-panel">
            <a:extLst>
              <a:ext uri="{FF2B5EF4-FFF2-40B4-BE49-F238E27FC236}">
                <a16:creationId xmlns:a16="http://schemas.microsoft.com/office/drawing/2014/main" id="{FE686E04-E3D5-42DB-B1AF-C550D78EBDA3}"/>
              </a:ext>
            </a:extLst>
          </p:cNvPr>
          <p:cNvSpPr>
            <a:spLocks noGrp="1"/>
          </p:cNvSpPr>
          <p:nvPr/>
        </p:nvSpPr>
        <p:spPr>
          <a:xfrm>
            <a:off x="552450" y="2035276"/>
            <a:ext cx="7810500" cy="2460523"/>
          </a:xfrm>
          <a:prstGeom prst="roundRect">
            <a:avLst>
              <a:gd name="adj" fmla="val 5600"/>
            </a:avLst>
          </a:prstGeom>
          <a:solidFill>
            <a:srgbClr val="041A45">
              <a:alpha val="91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2" name="gold-accent">
            <a:extLst>
              <a:ext uri="{FF2B5EF4-FFF2-40B4-BE49-F238E27FC236}">
                <a16:creationId xmlns:a16="http://schemas.microsoft.com/office/drawing/2014/main" id="{26CBF61E-804A-447D-979C-A456266CDCF6}"/>
              </a:ext>
            </a:extLst>
          </p:cNvPr>
          <p:cNvSpPr>
            <a:spLocks noGrp="1"/>
          </p:cNvSpPr>
          <p:nvPr/>
        </p:nvSpPr>
        <p:spPr>
          <a:xfrm>
            <a:off x="952500" y="2914650"/>
            <a:ext cx="47625" cy="685800"/>
          </a:xfrm>
          <a:prstGeom prst="rect">
            <a:avLst/>
          </a:prstGeom>
          <a:solidFill>
            <a:srgbClr val="F4C76D"/>
          </a:solidFill>
          <a:ln w="0">
            <a:solidFill>
              <a:srgbClr val="F4C76D"/>
            </a:solidFill>
            <a:prstDash val="solid"/>
          </a:ln>
        </p:spPr>
        <p:txBody>
          <a:bodyPr/>
          <a:lstStyle/>
          <a:p>
            <a:endParaRPr lang="vi-VN"/>
          </a:p>
        </p:txBody>
      </p:sp>
      <p:sp>
        <p:nvSpPr>
          <p:cNvPr id="3" name="statement-copy">
            <a:extLst>
              <a:ext uri="{FF2B5EF4-FFF2-40B4-BE49-F238E27FC236}">
                <a16:creationId xmlns:a16="http://schemas.microsoft.com/office/drawing/2014/main" id="{6FBCFFDF-FABF-4D9D-A46F-597506A81447}"/>
              </a:ext>
            </a:extLst>
          </p:cNvPr>
          <p:cNvSpPr>
            <a:spLocks noGrp="1"/>
          </p:cNvSpPr>
          <p:nvPr/>
        </p:nvSpPr>
        <p:spPr>
          <a:xfrm>
            <a:off x="1295400" y="1466850"/>
            <a:ext cx="6610350" cy="3619500"/>
          </a:xfrm>
          <a:prstGeom prst="rect">
            <a:avLst/>
          </a:prstGeom>
          <a:noFill/>
          <a:ln w="0">
            <a:noFill/>
            <a:prstDash val="solid"/>
          </a:ln>
        </p:spPr>
        <p:txBody>
          <a:bodyPr lIns="57150" tIns="38100" rIns="57150" bIns="38100" anchor="ctr">
            <a:normAutofit/>
          </a:bodyPr>
          <a:lstStyle/>
          <a:p>
            <a:pPr marL="0" indent="0" algn="l">
              <a:lnSpc>
                <a:spcPct val="104000"/>
              </a:lnSpc>
              <a:spcAft>
                <a:spcPts val="4"/>
              </a:spcAft>
              <a:buNone/>
              <a:defRPr sz="3600" b="1">
                <a:solidFill>
                  <a:srgbClr val="FFFFFF"/>
                </a:solidFill>
                <a:latin typeface="Aptos Display"/>
                <a:ea typeface="Aptos Display"/>
                <a:cs typeface="Aptos Display"/>
              </a:defRPr>
            </a:pPr>
            <a:r>
              <a:rPr lang="vi-VN" sz="2700" b="1" dirty="0">
                <a:solidFill>
                  <a:srgbClr val="FFFFFF"/>
                </a:solidFill>
                <a:latin typeface="Aptos Display"/>
                <a:ea typeface="Aptos Display"/>
                <a:cs typeface="Aptos Display"/>
              </a:rPr>
              <a:t>AI TRONG SỐ CÁC BẠN TIN TƯỞNG MÌNH CÓ 1 CƠ HỘI KINH DOANH TUYỆT VỜI?</a:t>
            </a:r>
          </a:p>
        </p:txBody>
      </p:sp>
      <p:sp>
        <p:nvSpPr>
          <p:cNvPr id="4" name="icon-badge-bot">
            <a:extLst>
              <a:ext uri="{FF2B5EF4-FFF2-40B4-BE49-F238E27FC236}">
                <a16:creationId xmlns:a16="http://schemas.microsoft.com/office/drawing/2014/main" id="{7EC95096-5DF9-44D2-A29F-E5C834093901}"/>
              </a:ext>
            </a:extLst>
          </p:cNvPr>
          <p:cNvSpPr>
            <a:spLocks noGrp="1"/>
          </p:cNvSpPr>
          <p:nvPr/>
        </p:nvSpPr>
        <p:spPr>
          <a:xfrm>
            <a:off x="9620250" y="2381250"/>
            <a:ext cx="1447800" cy="14478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0" name="Graphic 9"/>
          <p:cNvPicPr>
            <a:picLocks noChangeAspect="1"/>
          </p:cNvPicPr>
          <p:nvPr/>
        </p:nvPicPr>
        <p:blipFill>
          <a:blip>
            <a:extLst>
              <a:ext uri="{96DAC541-7B7A-43D3-8B79-37D633B846F1}">
                <asvg:svgBlip xmlns:asvg="http://schemas.microsoft.com/office/drawing/2016/SVG/main" r:embed="rId4"/>
              </a:ext>
            </a:extLst>
          </a:blip>
          <a:stretch/>
        </p:blipFill>
        <p:spPr>
          <a:xfrm>
            <a:off x="9953244" y="2714244"/>
            <a:ext cx="781812" cy="781812"/>
          </a:xfrm>
          <a:prstGeom prst="rect">
            <a:avLst/>
          </a:prstGeom>
        </p:spPr>
      </p:pic>
    </p:spTree>
    <p:extLst>
      <p:ext uri="{BB962C8B-B14F-4D97-AF65-F5344CB8AC3E}">
        <p14:creationId xmlns:p14="http://schemas.microsoft.com/office/powerpoint/2010/main" val="100747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6" name="statement-panel">
            <a:extLst>
              <a:ext uri="{FF2B5EF4-FFF2-40B4-BE49-F238E27FC236}">
                <a16:creationId xmlns:a16="http://schemas.microsoft.com/office/drawing/2014/main" id="{A5118397-0DEA-4D78-ACD8-399F0138E239}"/>
              </a:ext>
            </a:extLst>
          </p:cNvPr>
          <p:cNvSpPr>
            <a:spLocks noGrp="1"/>
          </p:cNvSpPr>
          <p:nvPr/>
        </p:nvSpPr>
        <p:spPr>
          <a:xfrm>
            <a:off x="3905250" y="2094270"/>
            <a:ext cx="7620000" cy="2330245"/>
          </a:xfrm>
          <a:prstGeom prst="roundRect">
            <a:avLst>
              <a:gd name="adj" fmla="val 5600"/>
            </a:avLst>
          </a:prstGeom>
          <a:solidFill>
            <a:srgbClr val="041A45">
              <a:alpha val="91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2" name="gold-accent">
            <a:extLst>
              <a:ext uri="{FF2B5EF4-FFF2-40B4-BE49-F238E27FC236}">
                <a16:creationId xmlns:a16="http://schemas.microsoft.com/office/drawing/2014/main" id="{92565541-BECF-4343-8276-01D211AE1804}"/>
              </a:ext>
            </a:extLst>
          </p:cNvPr>
          <p:cNvSpPr>
            <a:spLocks noGrp="1"/>
          </p:cNvSpPr>
          <p:nvPr/>
        </p:nvSpPr>
        <p:spPr>
          <a:xfrm>
            <a:off x="4229100" y="2914650"/>
            <a:ext cx="47625" cy="685800"/>
          </a:xfrm>
          <a:prstGeom prst="rect">
            <a:avLst/>
          </a:prstGeom>
          <a:solidFill>
            <a:srgbClr val="F4C76D"/>
          </a:solidFill>
          <a:ln w="0">
            <a:solidFill>
              <a:srgbClr val="F4C76D"/>
            </a:solidFill>
            <a:prstDash val="solid"/>
          </a:ln>
        </p:spPr>
        <p:txBody>
          <a:bodyPr/>
          <a:lstStyle/>
          <a:p>
            <a:endParaRPr lang="vi-VN"/>
          </a:p>
        </p:txBody>
      </p:sp>
      <p:sp>
        <p:nvSpPr>
          <p:cNvPr id="3" name="statement-copy">
            <a:extLst>
              <a:ext uri="{FF2B5EF4-FFF2-40B4-BE49-F238E27FC236}">
                <a16:creationId xmlns:a16="http://schemas.microsoft.com/office/drawing/2014/main" id="{2344EAAC-9C9A-4211-92E7-78023AB1DCEA}"/>
              </a:ext>
            </a:extLst>
          </p:cNvPr>
          <p:cNvSpPr>
            <a:spLocks noGrp="1"/>
          </p:cNvSpPr>
          <p:nvPr/>
        </p:nvSpPr>
        <p:spPr>
          <a:xfrm>
            <a:off x="4648200" y="1466850"/>
            <a:ext cx="6419850" cy="3619500"/>
          </a:xfrm>
          <a:prstGeom prst="rect">
            <a:avLst/>
          </a:prstGeom>
          <a:noFill/>
          <a:ln w="0">
            <a:noFill/>
            <a:prstDash val="solid"/>
          </a:ln>
        </p:spPr>
        <p:txBody>
          <a:bodyPr lIns="57150" tIns="38100" rIns="57150" bIns="38100" anchor="ctr">
            <a:normAutofit/>
          </a:bodyPr>
          <a:lstStyle/>
          <a:p>
            <a:pPr marL="0" indent="0" algn="l">
              <a:lnSpc>
                <a:spcPct val="104000"/>
              </a:lnSpc>
              <a:spcAft>
                <a:spcPts val="4"/>
              </a:spcAft>
              <a:buNone/>
              <a:defRPr sz="3600" b="1">
                <a:solidFill>
                  <a:srgbClr val="FFFFFF"/>
                </a:solidFill>
                <a:latin typeface="Aptos Display"/>
                <a:ea typeface="Aptos Display"/>
                <a:cs typeface="Aptos Display"/>
              </a:defRPr>
            </a:pPr>
            <a:r>
              <a:rPr lang="en-US" sz="2700" b="1" dirty="0">
                <a:solidFill>
                  <a:srgbClr val="FFFFFF"/>
                </a:solidFill>
                <a:latin typeface="Aptos Display"/>
                <a:ea typeface="Aptos Display"/>
                <a:cs typeface="Aptos Display"/>
              </a:rPr>
              <a:t>AI TRONG SỐ CÁC BẠN MUỐN XÂY 1 HỆ SINH THÁI KIẾM TIỀN TỰ ĐỘNG MÀ KHÔNG PHẢI ĐI MỜI CHÀO THÀNH VIÊN?</a:t>
            </a:r>
          </a:p>
        </p:txBody>
      </p:sp>
      <p:sp>
        <p:nvSpPr>
          <p:cNvPr id="4" name="icon-badge-cpu">
            <a:extLst>
              <a:ext uri="{FF2B5EF4-FFF2-40B4-BE49-F238E27FC236}">
                <a16:creationId xmlns:a16="http://schemas.microsoft.com/office/drawing/2014/main" id="{A595703B-F351-4999-8CCE-22AAF00AF289}"/>
              </a:ext>
            </a:extLst>
          </p:cNvPr>
          <p:cNvSpPr>
            <a:spLocks noGrp="1"/>
          </p:cNvSpPr>
          <p:nvPr/>
        </p:nvSpPr>
        <p:spPr>
          <a:xfrm>
            <a:off x="1238250" y="2381250"/>
            <a:ext cx="1447800" cy="14478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0" name="Graphic 9"/>
          <p:cNvPicPr>
            <a:picLocks noChangeAspect="1"/>
          </p:cNvPicPr>
          <p:nvPr/>
        </p:nvPicPr>
        <p:blipFill>
          <a:blip>
            <a:extLst>
              <a:ext uri="{96DAC541-7B7A-43D3-8B79-37D633B846F1}">
                <asvg:svgBlip xmlns:asvg="http://schemas.microsoft.com/office/drawing/2016/SVG/main" r:embed="rId4"/>
              </a:ext>
            </a:extLst>
          </a:blip>
          <a:stretch/>
        </p:blipFill>
        <p:spPr>
          <a:xfrm>
            <a:off x="1571244" y="2714244"/>
            <a:ext cx="781812" cy="781812"/>
          </a:xfrm>
          <a:prstGeom prst="rect">
            <a:avLst/>
          </a:prstGeom>
        </p:spPr>
      </p:pic>
    </p:spTree>
    <p:extLst>
      <p:ext uri="{BB962C8B-B14F-4D97-AF65-F5344CB8AC3E}">
        <p14:creationId xmlns:p14="http://schemas.microsoft.com/office/powerpoint/2010/main" val="1063093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6" name="statement-panel">
            <a:extLst>
              <a:ext uri="{FF2B5EF4-FFF2-40B4-BE49-F238E27FC236}">
                <a16:creationId xmlns:a16="http://schemas.microsoft.com/office/drawing/2014/main" id="{AA7E5A83-9F82-46FE-A599-3FBD80C75763}"/>
              </a:ext>
            </a:extLst>
          </p:cNvPr>
          <p:cNvSpPr>
            <a:spLocks noGrp="1"/>
          </p:cNvSpPr>
          <p:nvPr/>
        </p:nvSpPr>
        <p:spPr>
          <a:xfrm>
            <a:off x="552450" y="1936955"/>
            <a:ext cx="7810500" cy="2674374"/>
          </a:xfrm>
          <a:prstGeom prst="roundRect">
            <a:avLst>
              <a:gd name="adj" fmla="val 5600"/>
            </a:avLst>
          </a:prstGeom>
          <a:solidFill>
            <a:srgbClr val="041A45">
              <a:alpha val="91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2" name="gold-accent">
            <a:extLst>
              <a:ext uri="{FF2B5EF4-FFF2-40B4-BE49-F238E27FC236}">
                <a16:creationId xmlns:a16="http://schemas.microsoft.com/office/drawing/2014/main" id="{6765EA6D-1B7E-44B8-8CF0-970C557B1D88}"/>
              </a:ext>
            </a:extLst>
          </p:cNvPr>
          <p:cNvSpPr>
            <a:spLocks noGrp="1"/>
          </p:cNvSpPr>
          <p:nvPr/>
        </p:nvSpPr>
        <p:spPr>
          <a:xfrm>
            <a:off x="928687" y="2914650"/>
            <a:ext cx="47625" cy="685800"/>
          </a:xfrm>
          <a:prstGeom prst="rect">
            <a:avLst/>
          </a:prstGeom>
          <a:solidFill>
            <a:srgbClr val="F4C76D"/>
          </a:solidFill>
          <a:ln w="0">
            <a:solidFill>
              <a:srgbClr val="F4C76D"/>
            </a:solidFill>
            <a:prstDash val="solid"/>
          </a:ln>
        </p:spPr>
        <p:txBody>
          <a:bodyPr/>
          <a:lstStyle/>
          <a:p>
            <a:endParaRPr lang="vi-VN"/>
          </a:p>
        </p:txBody>
      </p:sp>
      <p:sp>
        <p:nvSpPr>
          <p:cNvPr id="3" name="statement-copy">
            <a:extLst>
              <a:ext uri="{FF2B5EF4-FFF2-40B4-BE49-F238E27FC236}">
                <a16:creationId xmlns:a16="http://schemas.microsoft.com/office/drawing/2014/main" id="{A2C9AF5E-BC19-4D74-8551-B870C4513E2F}"/>
              </a:ext>
            </a:extLst>
          </p:cNvPr>
          <p:cNvSpPr>
            <a:spLocks noGrp="1"/>
          </p:cNvSpPr>
          <p:nvPr/>
        </p:nvSpPr>
        <p:spPr>
          <a:xfrm>
            <a:off x="1295400" y="1466850"/>
            <a:ext cx="6610350" cy="3619500"/>
          </a:xfrm>
          <a:prstGeom prst="rect">
            <a:avLst/>
          </a:prstGeom>
          <a:noFill/>
          <a:ln w="0">
            <a:noFill/>
            <a:prstDash val="solid"/>
          </a:ln>
        </p:spPr>
        <p:txBody>
          <a:bodyPr lIns="57150" tIns="38100" rIns="57150" bIns="38100" anchor="ctr">
            <a:normAutofit/>
          </a:bodyPr>
          <a:lstStyle/>
          <a:p>
            <a:pPr marL="0" indent="0" algn="l">
              <a:lnSpc>
                <a:spcPct val="104000"/>
              </a:lnSpc>
              <a:spcAft>
                <a:spcPts val="4"/>
              </a:spcAft>
              <a:buNone/>
              <a:defRPr sz="3000" b="1">
                <a:solidFill>
                  <a:srgbClr val="FFFFFF"/>
                </a:solidFill>
                <a:latin typeface="Aptos Display"/>
                <a:ea typeface="Aptos Display"/>
                <a:cs typeface="Aptos Display"/>
              </a:defRPr>
            </a:pPr>
            <a:r>
              <a:rPr lang="vi-VN" sz="2700" b="1" dirty="0">
                <a:solidFill>
                  <a:srgbClr val="FFFFFF"/>
                </a:solidFill>
                <a:latin typeface="Aptos Display"/>
                <a:ea typeface="Aptos Display"/>
                <a:cs typeface="Aptos Display"/>
              </a:rPr>
              <a:t>AI TRONG SỐ CÁC BẠN MUỐN ĐÁM ĐÔNG CẦU XIN BẠN ĐỒNG Ý, ĐỂ ĐƯỢC GIA NHẬP HỆ SINH THÁI VÀ KINH DOANH CÙNG BẠN?</a:t>
            </a:r>
          </a:p>
        </p:txBody>
      </p:sp>
      <p:sp>
        <p:nvSpPr>
          <p:cNvPr id="4" name="icon-badge-wand-sparkles">
            <a:extLst>
              <a:ext uri="{FF2B5EF4-FFF2-40B4-BE49-F238E27FC236}">
                <a16:creationId xmlns:a16="http://schemas.microsoft.com/office/drawing/2014/main" id="{DA0ADEA3-8A0B-4EA1-BA8B-496F0D87A9B9}"/>
              </a:ext>
            </a:extLst>
          </p:cNvPr>
          <p:cNvSpPr>
            <a:spLocks noGrp="1"/>
          </p:cNvSpPr>
          <p:nvPr/>
        </p:nvSpPr>
        <p:spPr>
          <a:xfrm>
            <a:off x="9620250" y="2381250"/>
            <a:ext cx="1447800" cy="14478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0" name="Graphic 9"/>
          <p:cNvPicPr>
            <a:picLocks noChangeAspect="1"/>
          </p:cNvPicPr>
          <p:nvPr/>
        </p:nvPicPr>
        <p:blipFill>
          <a:blip>
            <a:extLst>
              <a:ext uri="{96DAC541-7B7A-43D3-8B79-37D633B846F1}">
                <asvg:svgBlip xmlns:asvg="http://schemas.microsoft.com/office/drawing/2016/SVG/main" r:embed="rId4"/>
              </a:ext>
            </a:extLst>
          </a:blip>
          <a:stretch/>
        </p:blipFill>
        <p:spPr>
          <a:xfrm>
            <a:off x="9953244" y="2714244"/>
            <a:ext cx="781812" cy="781812"/>
          </a:xfrm>
          <a:prstGeom prst="rect">
            <a:avLst/>
          </a:prstGeom>
        </p:spPr>
      </p:pic>
    </p:spTree>
    <p:extLst>
      <p:ext uri="{BB962C8B-B14F-4D97-AF65-F5344CB8AC3E}">
        <p14:creationId xmlns:p14="http://schemas.microsoft.com/office/powerpoint/2010/main" val="578967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6" name="statement-panel">
            <a:extLst>
              <a:ext uri="{FF2B5EF4-FFF2-40B4-BE49-F238E27FC236}">
                <a16:creationId xmlns:a16="http://schemas.microsoft.com/office/drawing/2014/main" id="{508FA56E-4B4A-48B2-BDEA-748C4F7B8B1A}"/>
              </a:ext>
            </a:extLst>
          </p:cNvPr>
          <p:cNvSpPr>
            <a:spLocks noGrp="1"/>
          </p:cNvSpPr>
          <p:nvPr/>
        </p:nvSpPr>
        <p:spPr>
          <a:xfrm>
            <a:off x="552450" y="1466850"/>
            <a:ext cx="7810500" cy="3199638"/>
          </a:xfrm>
          <a:prstGeom prst="roundRect">
            <a:avLst>
              <a:gd name="adj" fmla="val 5600"/>
            </a:avLst>
          </a:prstGeom>
          <a:solidFill>
            <a:srgbClr val="041A45">
              <a:alpha val="91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2" name="gold-accent">
            <a:extLst>
              <a:ext uri="{FF2B5EF4-FFF2-40B4-BE49-F238E27FC236}">
                <a16:creationId xmlns:a16="http://schemas.microsoft.com/office/drawing/2014/main" id="{536B4673-7F69-4E62-B919-493659E7A610}"/>
              </a:ext>
            </a:extLst>
          </p:cNvPr>
          <p:cNvSpPr>
            <a:spLocks noGrp="1"/>
          </p:cNvSpPr>
          <p:nvPr/>
        </p:nvSpPr>
        <p:spPr>
          <a:xfrm>
            <a:off x="876300" y="2933700"/>
            <a:ext cx="47625" cy="606247"/>
          </a:xfrm>
          <a:prstGeom prst="rect">
            <a:avLst/>
          </a:prstGeom>
          <a:solidFill>
            <a:srgbClr val="F4C76D"/>
          </a:solidFill>
          <a:ln w="0">
            <a:solidFill>
              <a:srgbClr val="F4C76D"/>
            </a:solidFill>
            <a:prstDash val="solid"/>
          </a:ln>
        </p:spPr>
        <p:txBody>
          <a:bodyPr/>
          <a:lstStyle/>
          <a:p>
            <a:endParaRPr lang="vi-VN"/>
          </a:p>
        </p:txBody>
      </p:sp>
      <p:sp>
        <p:nvSpPr>
          <p:cNvPr id="3" name="statement-copy">
            <a:extLst>
              <a:ext uri="{FF2B5EF4-FFF2-40B4-BE49-F238E27FC236}">
                <a16:creationId xmlns:a16="http://schemas.microsoft.com/office/drawing/2014/main" id="{4A3B20C4-FFD9-4349-95E0-4365D90C7A26}"/>
              </a:ext>
            </a:extLst>
          </p:cNvPr>
          <p:cNvSpPr>
            <a:spLocks noGrp="1"/>
          </p:cNvSpPr>
          <p:nvPr/>
        </p:nvSpPr>
        <p:spPr>
          <a:xfrm>
            <a:off x="1295400" y="1466850"/>
            <a:ext cx="6610350" cy="3199638"/>
          </a:xfrm>
          <a:prstGeom prst="rect">
            <a:avLst/>
          </a:prstGeom>
          <a:noFill/>
          <a:ln w="0">
            <a:noFill/>
            <a:prstDash val="solid"/>
          </a:ln>
        </p:spPr>
        <p:txBody>
          <a:bodyPr lIns="57150" tIns="38100" rIns="57150" bIns="38100" anchor="ctr">
            <a:normAutofit/>
          </a:bodyPr>
          <a:lstStyle/>
          <a:p>
            <a:pPr marL="0" indent="0" algn="l">
              <a:spcAft>
                <a:spcPts val="4"/>
              </a:spcAft>
              <a:buNone/>
              <a:defRPr sz="3000" b="1">
                <a:solidFill>
                  <a:srgbClr val="FFFFFF"/>
                </a:solidFill>
                <a:latin typeface="Aptos Display"/>
                <a:ea typeface="Aptos Display"/>
                <a:cs typeface="Aptos Display"/>
              </a:defRPr>
            </a:pPr>
            <a:r>
              <a:rPr lang="vi-VN" sz="2700" b="1" dirty="0">
                <a:solidFill>
                  <a:srgbClr val="FFFFFF"/>
                </a:solidFill>
                <a:latin typeface="Aptos Display"/>
                <a:ea typeface="Aptos Display"/>
                <a:cs typeface="Aptos Display"/>
              </a:rPr>
              <a:t>AI TRONG SỐ CÁC BẠN MUỐN CÓ 1 CHƯƠNG TRÌNH CHI TIẾT ĐỂ THU HÚT CỘNG ĐỒNG GẦN NHƯ TỰ ĐỘNG </a:t>
            </a:r>
            <a:endParaRPr lang="en-US" sz="2700" b="1" dirty="0">
              <a:solidFill>
                <a:srgbClr val="FFFFFF"/>
              </a:solidFill>
              <a:latin typeface="Aptos Display"/>
              <a:ea typeface="Aptos Display"/>
              <a:cs typeface="Aptos Display"/>
            </a:endParaRPr>
          </a:p>
          <a:p>
            <a:pPr marL="0" indent="0" algn="l">
              <a:spcAft>
                <a:spcPts val="4"/>
              </a:spcAft>
              <a:buNone/>
              <a:defRPr sz="3000" b="1">
                <a:solidFill>
                  <a:srgbClr val="FFFFFF"/>
                </a:solidFill>
                <a:latin typeface="Aptos Display"/>
                <a:ea typeface="Aptos Display"/>
                <a:cs typeface="Aptos Display"/>
              </a:defRPr>
            </a:pPr>
            <a:r>
              <a:rPr lang="vi-VN" sz="2700" b="1" dirty="0">
                <a:solidFill>
                  <a:srgbClr val="FFFFFF"/>
                </a:solidFill>
                <a:latin typeface="Aptos Display"/>
                <a:ea typeface="Aptos Display"/>
                <a:cs typeface="Aptos Display"/>
              </a:rPr>
              <a:t>MÀ BẠN KHÔNG CẦN CÓ MẶT?</a:t>
            </a:r>
          </a:p>
        </p:txBody>
      </p:sp>
      <p:sp>
        <p:nvSpPr>
          <p:cNvPr id="4" name="icon-badge-users">
            <a:extLst>
              <a:ext uri="{FF2B5EF4-FFF2-40B4-BE49-F238E27FC236}">
                <a16:creationId xmlns:a16="http://schemas.microsoft.com/office/drawing/2014/main" id="{AB91811E-56D8-4763-AD7E-DA31325FC8F5}"/>
              </a:ext>
            </a:extLst>
          </p:cNvPr>
          <p:cNvSpPr>
            <a:spLocks noGrp="1"/>
          </p:cNvSpPr>
          <p:nvPr/>
        </p:nvSpPr>
        <p:spPr>
          <a:xfrm>
            <a:off x="9620250" y="2381250"/>
            <a:ext cx="1447800" cy="1279855"/>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0" name="Graphic 9"/>
          <p:cNvPicPr>
            <a:picLocks noChangeAspect="1"/>
          </p:cNvPicPr>
          <p:nvPr/>
        </p:nvPicPr>
        <p:blipFill>
          <a:blip>
            <a:extLst>
              <a:ext uri="{96DAC541-7B7A-43D3-8B79-37D633B846F1}">
                <asvg:svgBlip xmlns:asvg="http://schemas.microsoft.com/office/drawing/2016/SVG/main" r:embed="rId4"/>
              </a:ext>
            </a:extLst>
          </a:blip>
          <a:stretch/>
        </p:blipFill>
        <p:spPr>
          <a:xfrm>
            <a:off x="9953244" y="2714244"/>
            <a:ext cx="781812" cy="691122"/>
          </a:xfrm>
          <a:prstGeom prst="rect">
            <a:avLst/>
          </a:prstGeom>
        </p:spPr>
      </p:pic>
    </p:spTree>
    <p:extLst>
      <p:ext uri="{BB962C8B-B14F-4D97-AF65-F5344CB8AC3E}">
        <p14:creationId xmlns:p14="http://schemas.microsoft.com/office/powerpoint/2010/main" val="7980178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6" name="statement-panel">
            <a:extLst>
              <a:ext uri="{FF2B5EF4-FFF2-40B4-BE49-F238E27FC236}">
                <a16:creationId xmlns:a16="http://schemas.microsoft.com/office/drawing/2014/main" id="{9EA23814-E8D3-44A4-85FE-7D866948EB4B}"/>
              </a:ext>
            </a:extLst>
          </p:cNvPr>
          <p:cNvSpPr>
            <a:spLocks noGrp="1"/>
          </p:cNvSpPr>
          <p:nvPr/>
        </p:nvSpPr>
        <p:spPr>
          <a:xfrm>
            <a:off x="552450" y="876300"/>
            <a:ext cx="7810500" cy="4762500"/>
          </a:xfrm>
          <a:prstGeom prst="roundRect">
            <a:avLst>
              <a:gd name="adj" fmla="val 5600"/>
            </a:avLst>
          </a:prstGeom>
          <a:solidFill>
            <a:srgbClr val="041A45">
              <a:alpha val="91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2" name="gold-accent">
            <a:extLst>
              <a:ext uri="{FF2B5EF4-FFF2-40B4-BE49-F238E27FC236}">
                <a16:creationId xmlns:a16="http://schemas.microsoft.com/office/drawing/2014/main" id="{81F19541-E77A-4BB9-9015-A84180BE2251}"/>
              </a:ext>
            </a:extLst>
          </p:cNvPr>
          <p:cNvSpPr>
            <a:spLocks noGrp="1"/>
          </p:cNvSpPr>
          <p:nvPr/>
        </p:nvSpPr>
        <p:spPr>
          <a:xfrm>
            <a:off x="952500" y="2914650"/>
            <a:ext cx="47625" cy="685800"/>
          </a:xfrm>
          <a:prstGeom prst="rect">
            <a:avLst/>
          </a:prstGeom>
          <a:solidFill>
            <a:srgbClr val="F4C76D"/>
          </a:solidFill>
          <a:ln w="0">
            <a:solidFill>
              <a:srgbClr val="F4C76D"/>
            </a:solidFill>
            <a:prstDash val="solid"/>
          </a:ln>
        </p:spPr>
        <p:txBody>
          <a:bodyPr/>
          <a:lstStyle/>
          <a:p>
            <a:endParaRPr lang="vi-VN"/>
          </a:p>
        </p:txBody>
      </p:sp>
      <p:sp>
        <p:nvSpPr>
          <p:cNvPr id="3" name="statement-copy">
            <a:extLst>
              <a:ext uri="{FF2B5EF4-FFF2-40B4-BE49-F238E27FC236}">
                <a16:creationId xmlns:a16="http://schemas.microsoft.com/office/drawing/2014/main" id="{D9ED24D8-3015-4025-A106-F6715C0CD1E8}"/>
              </a:ext>
            </a:extLst>
          </p:cNvPr>
          <p:cNvSpPr>
            <a:spLocks noGrp="1"/>
          </p:cNvSpPr>
          <p:nvPr/>
        </p:nvSpPr>
        <p:spPr>
          <a:xfrm>
            <a:off x="1295400" y="1466850"/>
            <a:ext cx="6610350" cy="3619500"/>
          </a:xfrm>
          <a:prstGeom prst="rect">
            <a:avLst/>
          </a:prstGeom>
          <a:noFill/>
          <a:ln w="0">
            <a:noFill/>
            <a:prstDash val="solid"/>
          </a:ln>
        </p:spPr>
        <p:txBody>
          <a:bodyPr lIns="57150" tIns="38100" rIns="57150" bIns="38100" anchor="ctr">
            <a:normAutofit/>
          </a:bodyPr>
          <a:lstStyle/>
          <a:p>
            <a:pPr marL="0" indent="0" algn="l">
              <a:lnSpc>
                <a:spcPct val="104000"/>
              </a:lnSpc>
              <a:spcAft>
                <a:spcPts val="4"/>
              </a:spcAft>
              <a:buNone/>
              <a:defRPr sz="3000" b="1">
                <a:solidFill>
                  <a:srgbClr val="FFFFFF"/>
                </a:solidFill>
                <a:latin typeface="Aptos Display"/>
                <a:ea typeface="Aptos Display"/>
                <a:cs typeface="Aptos Display"/>
              </a:defRPr>
            </a:pPr>
            <a:r>
              <a:rPr lang="vi-VN" sz="3000" b="1" dirty="0">
                <a:solidFill>
                  <a:srgbClr val="FFFFFF"/>
                </a:solidFill>
                <a:latin typeface="Aptos Display"/>
                <a:ea typeface="Aptos Display"/>
                <a:cs typeface="Aptos Display"/>
              </a:rPr>
              <a:t>3 NGÀY - </a:t>
            </a:r>
            <a:r>
              <a:rPr lang="vi-VN" sz="3000" b="1" dirty="0">
                <a:solidFill>
                  <a:srgbClr val="F4C76D"/>
                </a:solidFill>
                <a:latin typeface="Aptos Display"/>
                <a:ea typeface="Aptos Display"/>
                <a:cs typeface="Aptos Display"/>
              </a:rPr>
              <a:t>3 BÍ MẬT</a:t>
            </a:r>
            <a:r>
              <a:rPr lang="vi-VN" sz="3000" b="1" dirty="0">
                <a:solidFill>
                  <a:srgbClr val="FFFFFF"/>
                </a:solidFill>
                <a:latin typeface="Aptos Display"/>
                <a:ea typeface="Aptos Display"/>
                <a:cs typeface="Aptos Display"/>
              </a:rPr>
              <a:t> GIÚP BẠN NẮM BẮT CƠ HỘI TỰ ĐỘNG THU HÚT CỘNG ĐỒNG KINH DOANH TỬ TẾ MÀ KHÔNG CẦN SƯU TẬP CÁC LỜI TỪ CHỐI</a:t>
            </a:r>
          </a:p>
        </p:txBody>
      </p:sp>
      <p:sp>
        <p:nvSpPr>
          <p:cNvPr id="4" name="icon-badge-network">
            <a:extLst>
              <a:ext uri="{FF2B5EF4-FFF2-40B4-BE49-F238E27FC236}">
                <a16:creationId xmlns:a16="http://schemas.microsoft.com/office/drawing/2014/main" id="{BFD344D5-056B-42B0-A377-09A9204461A0}"/>
              </a:ext>
            </a:extLst>
          </p:cNvPr>
          <p:cNvSpPr>
            <a:spLocks noGrp="1"/>
          </p:cNvSpPr>
          <p:nvPr/>
        </p:nvSpPr>
        <p:spPr>
          <a:xfrm>
            <a:off x="9620250" y="2381250"/>
            <a:ext cx="1447800" cy="14478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0" name="Graphic 9"/>
          <p:cNvPicPr>
            <a:picLocks noChangeAspect="1"/>
          </p:cNvPicPr>
          <p:nvPr/>
        </p:nvPicPr>
        <p:blipFill>
          <a:blip>
            <a:extLst>
              <a:ext uri="{96DAC541-7B7A-43D3-8B79-37D633B846F1}">
                <asvg:svgBlip xmlns:asvg="http://schemas.microsoft.com/office/drawing/2016/SVG/main" r:embed="rId4"/>
              </a:ext>
            </a:extLst>
          </a:blip>
          <a:stretch/>
        </p:blipFill>
        <p:spPr>
          <a:xfrm>
            <a:off x="9953244" y="2714244"/>
            <a:ext cx="781812" cy="781812"/>
          </a:xfrm>
          <a:prstGeom prst="rect">
            <a:avLst/>
          </a:prstGeom>
        </p:spPr>
      </p:pic>
    </p:spTree>
    <p:extLst>
      <p:ext uri="{BB962C8B-B14F-4D97-AF65-F5344CB8AC3E}">
        <p14:creationId xmlns:p14="http://schemas.microsoft.com/office/powerpoint/2010/main" val="1001860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6" name="statement-panel">
            <a:extLst>
              <a:ext uri="{FF2B5EF4-FFF2-40B4-BE49-F238E27FC236}">
                <a16:creationId xmlns:a16="http://schemas.microsoft.com/office/drawing/2014/main" id="{4BDF8BE2-2668-40F8-BD5B-BB8B1D00855B}"/>
              </a:ext>
            </a:extLst>
          </p:cNvPr>
          <p:cNvSpPr>
            <a:spLocks noGrp="1"/>
          </p:cNvSpPr>
          <p:nvPr/>
        </p:nvSpPr>
        <p:spPr>
          <a:xfrm>
            <a:off x="3905250" y="2123768"/>
            <a:ext cx="7620000" cy="2143432"/>
          </a:xfrm>
          <a:prstGeom prst="roundRect">
            <a:avLst>
              <a:gd name="adj" fmla="val 5600"/>
            </a:avLst>
          </a:prstGeom>
          <a:solidFill>
            <a:srgbClr val="041A45">
              <a:alpha val="91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2" name="gold-accent">
            <a:extLst>
              <a:ext uri="{FF2B5EF4-FFF2-40B4-BE49-F238E27FC236}">
                <a16:creationId xmlns:a16="http://schemas.microsoft.com/office/drawing/2014/main" id="{C9C33B0B-682F-477C-8AAF-4175A6F16269}"/>
              </a:ext>
            </a:extLst>
          </p:cNvPr>
          <p:cNvSpPr>
            <a:spLocks noGrp="1"/>
          </p:cNvSpPr>
          <p:nvPr/>
        </p:nvSpPr>
        <p:spPr>
          <a:xfrm>
            <a:off x="4352925" y="2805880"/>
            <a:ext cx="47625" cy="685800"/>
          </a:xfrm>
          <a:prstGeom prst="rect">
            <a:avLst/>
          </a:prstGeom>
          <a:solidFill>
            <a:srgbClr val="F4C76D"/>
          </a:solidFill>
          <a:ln w="0">
            <a:solidFill>
              <a:srgbClr val="F4C76D"/>
            </a:solidFill>
            <a:prstDash val="solid"/>
          </a:ln>
        </p:spPr>
        <p:txBody>
          <a:bodyPr/>
          <a:lstStyle/>
          <a:p>
            <a:endParaRPr lang="vi-VN"/>
          </a:p>
        </p:txBody>
      </p:sp>
      <p:sp>
        <p:nvSpPr>
          <p:cNvPr id="3" name="statement-copy">
            <a:extLst>
              <a:ext uri="{FF2B5EF4-FFF2-40B4-BE49-F238E27FC236}">
                <a16:creationId xmlns:a16="http://schemas.microsoft.com/office/drawing/2014/main" id="{CE5C65E1-7C06-4BF5-B04E-B3CB2CB87FEA}"/>
              </a:ext>
            </a:extLst>
          </p:cNvPr>
          <p:cNvSpPr>
            <a:spLocks noGrp="1"/>
          </p:cNvSpPr>
          <p:nvPr/>
        </p:nvSpPr>
        <p:spPr>
          <a:xfrm>
            <a:off x="4648200" y="1339030"/>
            <a:ext cx="6419850" cy="3619500"/>
          </a:xfrm>
          <a:prstGeom prst="rect">
            <a:avLst/>
          </a:prstGeom>
          <a:noFill/>
          <a:ln w="0">
            <a:noFill/>
            <a:prstDash val="solid"/>
          </a:ln>
        </p:spPr>
        <p:txBody>
          <a:bodyPr lIns="57150" tIns="38100" rIns="57150" bIns="38100" anchor="ctr">
            <a:normAutofit/>
          </a:bodyPr>
          <a:lstStyle/>
          <a:p>
            <a:pPr marL="0" indent="0" algn="l">
              <a:lnSpc>
                <a:spcPct val="104000"/>
              </a:lnSpc>
              <a:spcAft>
                <a:spcPts val="4"/>
              </a:spcAft>
              <a:buNone/>
              <a:defRPr sz="4200" b="1">
                <a:solidFill>
                  <a:srgbClr val="FFFFFF"/>
                </a:solidFill>
                <a:latin typeface="Aptos Display"/>
                <a:ea typeface="Aptos Display"/>
                <a:cs typeface="Aptos Display"/>
              </a:defRPr>
            </a:pPr>
            <a:r>
              <a:rPr lang="vi-VN" sz="2700" b="1" dirty="0">
                <a:solidFill>
                  <a:srgbClr val="FFFFFF"/>
                </a:solidFill>
                <a:latin typeface="Aptos Display"/>
                <a:ea typeface="Aptos Display"/>
                <a:cs typeface="Aptos Display"/>
              </a:rPr>
              <a:t>CƠ HỘI MỞ RỘNG QUY MÔ HỆ SINH THÁI MỘT CÁCH TỐI ĐA </a:t>
            </a:r>
            <a:r>
              <a:rPr lang="vi-VN" sz="2700" b="1" dirty="0">
                <a:solidFill>
                  <a:srgbClr val="F4C76D"/>
                </a:solidFill>
                <a:latin typeface="Aptos Display"/>
                <a:ea typeface="Aptos Display"/>
                <a:cs typeface="Aptos Display"/>
              </a:rPr>
              <a:t>24/7</a:t>
            </a:r>
          </a:p>
        </p:txBody>
      </p:sp>
      <p:sp>
        <p:nvSpPr>
          <p:cNvPr id="4" name="icon-badge-clock">
            <a:extLst>
              <a:ext uri="{FF2B5EF4-FFF2-40B4-BE49-F238E27FC236}">
                <a16:creationId xmlns:a16="http://schemas.microsoft.com/office/drawing/2014/main" id="{C45DEDB0-4022-48C7-ABB1-2B2D4A0373A1}"/>
              </a:ext>
            </a:extLst>
          </p:cNvPr>
          <p:cNvSpPr>
            <a:spLocks noGrp="1"/>
          </p:cNvSpPr>
          <p:nvPr/>
        </p:nvSpPr>
        <p:spPr>
          <a:xfrm>
            <a:off x="1238250" y="2253430"/>
            <a:ext cx="1447800" cy="14478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0" name="Graphic 9"/>
          <p:cNvPicPr>
            <a:picLocks noChangeAspect="1"/>
          </p:cNvPicPr>
          <p:nvPr/>
        </p:nvPicPr>
        <p:blipFill>
          <a:blip>
            <a:extLst>
              <a:ext uri="{96DAC541-7B7A-43D3-8B79-37D633B846F1}">
                <asvg:svgBlip xmlns:asvg="http://schemas.microsoft.com/office/drawing/2016/SVG/main" r:embed="rId4"/>
              </a:ext>
            </a:extLst>
          </a:blip>
          <a:stretch/>
        </p:blipFill>
        <p:spPr>
          <a:xfrm>
            <a:off x="1571244" y="2586424"/>
            <a:ext cx="781812" cy="781812"/>
          </a:xfrm>
          <a:prstGeom prst="rect">
            <a:avLst/>
          </a:prstGeom>
        </p:spPr>
      </p:pic>
    </p:spTree>
    <p:extLst>
      <p:ext uri="{BB962C8B-B14F-4D97-AF65-F5344CB8AC3E}">
        <p14:creationId xmlns:p14="http://schemas.microsoft.com/office/powerpoint/2010/main" val="7439721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6" name="statement-panel">
            <a:extLst>
              <a:ext uri="{FF2B5EF4-FFF2-40B4-BE49-F238E27FC236}">
                <a16:creationId xmlns:a16="http://schemas.microsoft.com/office/drawing/2014/main" id="{0B22F424-8B86-475F-9DF2-0A897382003D}"/>
              </a:ext>
            </a:extLst>
          </p:cNvPr>
          <p:cNvSpPr>
            <a:spLocks noGrp="1"/>
          </p:cNvSpPr>
          <p:nvPr/>
        </p:nvSpPr>
        <p:spPr>
          <a:xfrm>
            <a:off x="552450" y="1671484"/>
            <a:ext cx="7810500" cy="2556387"/>
          </a:xfrm>
          <a:prstGeom prst="roundRect">
            <a:avLst>
              <a:gd name="adj" fmla="val 5600"/>
            </a:avLst>
          </a:prstGeom>
          <a:solidFill>
            <a:srgbClr val="041A45">
              <a:alpha val="91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2" name="gold-accent">
            <a:extLst>
              <a:ext uri="{FF2B5EF4-FFF2-40B4-BE49-F238E27FC236}">
                <a16:creationId xmlns:a16="http://schemas.microsoft.com/office/drawing/2014/main" id="{C2658CAE-FDCF-4330-9FE7-D40B1961D48A}"/>
              </a:ext>
            </a:extLst>
          </p:cNvPr>
          <p:cNvSpPr>
            <a:spLocks noGrp="1"/>
          </p:cNvSpPr>
          <p:nvPr/>
        </p:nvSpPr>
        <p:spPr>
          <a:xfrm>
            <a:off x="962406" y="2686050"/>
            <a:ext cx="47625" cy="685800"/>
          </a:xfrm>
          <a:prstGeom prst="rect">
            <a:avLst/>
          </a:prstGeom>
          <a:solidFill>
            <a:srgbClr val="F4C76D"/>
          </a:solidFill>
          <a:ln w="0">
            <a:solidFill>
              <a:srgbClr val="F4C76D"/>
            </a:solidFill>
            <a:prstDash val="solid"/>
          </a:ln>
        </p:spPr>
        <p:txBody>
          <a:bodyPr/>
          <a:lstStyle/>
          <a:p>
            <a:endParaRPr lang="vi-VN"/>
          </a:p>
        </p:txBody>
      </p:sp>
      <p:sp>
        <p:nvSpPr>
          <p:cNvPr id="3" name="statement-copy">
            <a:extLst>
              <a:ext uri="{FF2B5EF4-FFF2-40B4-BE49-F238E27FC236}">
                <a16:creationId xmlns:a16="http://schemas.microsoft.com/office/drawing/2014/main" id="{CBC89B10-6DDA-45A2-A3DB-2433755E9EA5}"/>
              </a:ext>
            </a:extLst>
          </p:cNvPr>
          <p:cNvSpPr>
            <a:spLocks noGrp="1"/>
          </p:cNvSpPr>
          <p:nvPr/>
        </p:nvSpPr>
        <p:spPr>
          <a:xfrm>
            <a:off x="1295400" y="1219200"/>
            <a:ext cx="6610350" cy="3619500"/>
          </a:xfrm>
          <a:prstGeom prst="rect">
            <a:avLst/>
          </a:prstGeom>
          <a:noFill/>
          <a:ln w="0">
            <a:noFill/>
            <a:prstDash val="solid"/>
          </a:ln>
        </p:spPr>
        <p:txBody>
          <a:bodyPr lIns="57150" tIns="38100" rIns="57150" bIns="38100" anchor="ctr">
            <a:normAutofit/>
          </a:bodyPr>
          <a:lstStyle/>
          <a:p>
            <a:pPr marL="0" indent="0" algn="l">
              <a:lnSpc>
                <a:spcPct val="104000"/>
              </a:lnSpc>
              <a:spcAft>
                <a:spcPts val="4"/>
              </a:spcAft>
              <a:buNone/>
              <a:defRPr sz="4200" b="1">
                <a:solidFill>
                  <a:srgbClr val="FFFFFF"/>
                </a:solidFill>
                <a:latin typeface="Aptos Display"/>
                <a:ea typeface="Aptos Display"/>
                <a:cs typeface="Aptos Display"/>
              </a:defRPr>
            </a:pPr>
            <a:r>
              <a:rPr lang="vi-VN" sz="2700" b="1" dirty="0">
                <a:solidFill>
                  <a:srgbClr val="FFFFFF"/>
                </a:solidFill>
                <a:latin typeface="Aptos Display"/>
                <a:ea typeface="Aptos Display"/>
                <a:cs typeface="Aptos Display"/>
              </a:rPr>
              <a:t>CÁCH LÀM CŨ CÓ TẠO RA BƯỚC ĐỘT PHÁ VÀ BỀN VỮNG KHÔNG?</a:t>
            </a:r>
          </a:p>
        </p:txBody>
      </p:sp>
      <p:sp>
        <p:nvSpPr>
          <p:cNvPr id="4" name="icon-badge-workflow">
            <a:extLst>
              <a:ext uri="{FF2B5EF4-FFF2-40B4-BE49-F238E27FC236}">
                <a16:creationId xmlns:a16="http://schemas.microsoft.com/office/drawing/2014/main" id="{D50591E5-D990-47E5-98AC-602B9FDB13C6}"/>
              </a:ext>
            </a:extLst>
          </p:cNvPr>
          <p:cNvSpPr>
            <a:spLocks noGrp="1"/>
          </p:cNvSpPr>
          <p:nvPr/>
        </p:nvSpPr>
        <p:spPr>
          <a:xfrm>
            <a:off x="9620250" y="2381250"/>
            <a:ext cx="1447800" cy="14478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0" name="Graphic 9"/>
          <p:cNvPicPr>
            <a:picLocks noChangeAspect="1"/>
          </p:cNvPicPr>
          <p:nvPr/>
        </p:nvPicPr>
        <p:blipFill>
          <a:blip>
            <a:extLst>
              <a:ext uri="{96DAC541-7B7A-43D3-8B79-37D633B846F1}">
                <asvg:svgBlip xmlns:asvg="http://schemas.microsoft.com/office/drawing/2016/SVG/main" r:embed="rId4"/>
              </a:ext>
            </a:extLst>
          </a:blip>
          <a:stretch/>
        </p:blipFill>
        <p:spPr>
          <a:xfrm>
            <a:off x="9953244" y="2714244"/>
            <a:ext cx="781812" cy="781812"/>
          </a:xfrm>
          <a:prstGeom prst="rect">
            <a:avLst/>
          </a:prstGeom>
        </p:spPr>
      </p:pic>
    </p:spTree>
    <p:extLst>
      <p:ext uri="{BB962C8B-B14F-4D97-AF65-F5344CB8AC3E}">
        <p14:creationId xmlns:p14="http://schemas.microsoft.com/office/powerpoint/2010/main" val="1381868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11" name="module-eyebrow">
            <a:extLst>
              <a:ext uri="{FF2B5EF4-FFF2-40B4-BE49-F238E27FC236}">
                <a16:creationId xmlns:a16="http://schemas.microsoft.com/office/drawing/2014/main" id="{DF7AAF74-E480-4678-A568-E86072745E05}"/>
              </a:ext>
            </a:extLst>
          </p:cNvPr>
          <p:cNvSpPr>
            <a:spLocks noGrp="1"/>
          </p:cNvSpPr>
          <p:nvPr/>
        </p:nvSpPr>
        <p:spPr>
          <a:xfrm>
            <a:off x="685800" y="323850"/>
            <a:ext cx="3429000" cy="285750"/>
          </a:xfrm>
          <a:prstGeom prst="rect">
            <a:avLst/>
          </a:prstGeom>
          <a:noFill/>
          <a:ln w="0">
            <a:noFill/>
            <a:prstDash val="solid"/>
          </a:ln>
        </p:spPr>
        <p:txBody>
          <a:bodyPr lIns="57150" tIns="38100" rIns="57150" bIns="38100" anchor="ctr">
            <a:normAutofit fontScale="99855"/>
          </a:bodyPr>
          <a:lstStyle/>
          <a:p>
            <a:pPr marL="0" indent="0" algn="l">
              <a:lnSpc>
                <a:spcPct val="108000"/>
              </a:lnSpc>
              <a:spcAft>
                <a:spcPts val="4"/>
              </a:spcAft>
              <a:buNone/>
              <a:defRPr sz="1275" b="1">
                <a:solidFill>
                  <a:srgbClr val="F4C76D"/>
                </a:solidFill>
                <a:latin typeface="Aptos"/>
                <a:ea typeface="Aptos"/>
                <a:cs typeface="Aptos"/>
              </a:defRPr>
            </a:pPr>
            <a:endParaRPr lang="en-US" sz="1275" b="1" dirty="0">
              <a:solidFill>
                <a:srgbClr val="F4C76D"/>
              </a:solidFill>
              <a:latin typeface="Aptos"/>
              <a:ea typeface="Aptos"/>
              <a:cs typeface="Aptos"/>
            </a:endParaRPr>
          </a:p>
        </p:txBody>
      </p:sp>
      <p:sp>
        <p:nvSpPr>
          <p:cNvPr id="2" name="module-title">
            <a:extLst>
              <a:ext uri="{FF2B5EF4-FFF2-40B4-BE49-F238E27FC236}">
                <a16:creationId xmlns:a16="http://schemas.microsoft.com/office/drawing/2014/main" id="{2ADF0DCA-875F-4BBA-BE3D-C726C07CAB54}"/>
              </a:ext>
            </a:extLst>
          </p:cNvPr>
          <p:cNvSpPr>
            <a:spLocks noGrp="1"/>
          </p:cNvSpPr>
          <p:nvPr/>
        </p:nvSpPr>
        <p:spPr>
          <a:xfrm>
            <a:off x="685800" y="685800"/>
            <a:ext cx="9620250" cy="7810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en-US" sz="3900" b="1" dirty="0">
                <a:solidFill>
                  <a:srgbClr val="FFFFFF"/>
                </a:solidFill>
                <a:latin typeface="Aptos Display"/>
                <a:ea typeface="Aptos Display"/>
                <a:cs typeface="Aptos Display"/>
              </a:rPr>
              <a:t>ĐIỀU GÌ ĐANG KHIẾN BẠN MỆT NHẤT?</a:t>
            </a:r>
          </a:p>
        </p:txBody>
      </p:sp>
      <p:sp>
        <p:nvSpPr>
          <p:cNvPr id="4" name="module-right-panel">
            <a:extLst>
              <a:ext uri="{FF2B5EF4-FFF2-40B4-BE49-F238E27FC236}">
                <a16:creationId xmlns:a16="http://schemas.microsoft.com/office/drawing/2014/main" id="{A772174B-E497-4EF3-BB66-E0E65D2C1AE0}"/>
              </a:ext>
            </a:extLst>
          </p:cNvPr>
          <p:cNvSpPr>
            <a:spLocks noGrp="1"/>
          </p:cNvSpPr>
          <p:nvPr/>
        </p:nvSpPr>
        <p:spPr>
          <a:xfrm>
            <a:off x="793033" y="3233547"/>
            <a:ext cx="9206373" cy="2337562"/>
          </a:xfrm>
          <a:prstGeom prst="roundRect">
            <a:avLst>
              <a:gd name="adj" fmla="val 6575"/>
            </a:avLst>
          </a:prstGeom>
          <a:solidFill>
            <a:srgbClr val="F7F3E8">
              <a:alpha val="97000"/>
            </a:srgbClr>
          </a:solidFill>
          <a:ln w="12383">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5" name="module-callout">
            <a:extLst>
              <a:ext uri="{FF2B5EF4-FFF2-40B4-BE49-F238E27FC236}">
                <a16:creationId xmlns:a16="http://schemas.microsoft.com/office/drawing/2014/main" id="{B8E21ED0-D1A0-4CBF-86A6-EED94A991C9B}"/>
              </a:ext>
            </a:extLst>
          </p:cNvPr>
          <p:cNvSpPr>
            <a:spLocks noGrp="1"/>
          </p:cNvSpPr>
          <p:nvPr/>
        </p:nvSpPr>
        <p:spPr>
          <a:xfrm>
            <a:off x="933450" y="1981200"/>
            <a:ext cx="3810000" cy="2857500"/>
          </a:xfrm>
          <a:prstGeom prst="rect">
            <a:avLst/>
          </a:prstGeom>
          <a:noFill/>
          <a:ln w="0">
            <a:noFill/>
            <a:prstDash val="solid"/>
          </a:ln>
        </p:spPr>
        <p:txBody>
          <a:bodyPr lIns="57150" tIns="38100" rIns="57150" bIns="38100" anchor="ctr">
            <a:normAutofit/>
          </a:bodyPr>
          <a:lstStyle/>
          <a:p>
            <a:pPr marL="0" indent="0" algn="l">
              <a:lnSpc>
                <a:spcPct val="108000"/>
              </a:lnSpc>
              <a:spcAft>
                <a:spcPts val="4"/>
              </a:spcAft>
              <a:buNone/>
              <a:defRPr sz="2100" b="1">
                <a:solidFill>
                  <a:srgbClr val="FFFFFF"/>
                </a:solidFill>
                <a:latin typeface="Aptos Display"/>
                <a:ea typeface="Aptos Display"/>
                <a:cs typeface="Aptos Display"/>
              </a:defRPr>
            </a:pPr>
            <a:endParaRPr lang="en-US" sz="2100" b="1" dirty="0">
              <a:solidFill>
                <a:srgbClr val="FFFFFF"/>
              </a:solidFill>
              <a:latin typeface="Aptos Display"/>
              <a:ea typeface="Aptos Display"/>
              <a:cs typeface="Aptos Display"/>
            </a:endParaRPr>
          </a:p>
        </p:txBody>
      </p:sp>
      <p:sp>
        <p:nvSpPr>
          <p:cNvPr id="7" name="icon-badge-users-round">
            <a:extLst>
              <a:ext uri="{FF2B5EF4-FFF2-40B4-BE49-F238E27FC236}">
                <a16:creationId xmlns:a16="http://schemas.microsoft.com/office/drawing/2014/main" id="{ED3EDDAE-A03A-4F55-A1D5-218020578CF9}"/>
              </a:ext>
            </a:extLst>
          </p:cNvPr>
          <p:cNvSpPr>
            <a:spLocks noGrp="1"/>
          </p:cNvSpPr>
          <p:nvPr/>
        </p:nvSpPr>
        <p:spPr>
          <a:xfrm>
            <a:off x="10648950" y="523875"/>
            <a:ext cx="723900" cy="7239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8" name="Graphic 17"/>
          <p:cNvPicPr>
            <a:picLocks noChangeAspect="1"/>
          </p:cNvPicPr>
          <p:nvPr/>
        </p:nvPicPr>
        <p:blipFill>
          <a:blip>
            <a:extLst>
              <a:ext uri="{96DAC541-7B7A-43D3-8B79-37D633B846F1}">
                <asvg:svgBlip xmlns:asvg="http://schemas.microsoft.com/office/drawing/2016/SVG/main" r:embed="rId4"/>
              </a:ext>
            </a:extLst>
          </a:blip>
          <a:stretch/>
        </p:blipFill>
        <p:spPr>
          <a:xfrm>
            <a:off x="10815447" y="690372"/>
            <a:ext cx="390906" cy="390906"/>
          </a:xfrm>
          <a:prstGeom prst="rect">
            <a:avLst/>
          </a:prstGeom>
        </p:spPr>
      </p:pic>
      <p:sp>
        <p:nvSpPr>
          <p:cNvPr id="14" name="Rectangle 13">
            <a:extLst>
              <a:ext uri="{FF2B5EF4-FFF2-40B4-BE49-F238E27FC236}">
                <a16:creationId xmlns:a16="http://schemas.microsoft.com/office/drawing/2014/main" id="{257468F3-5941-D72D-3259-1B59C772FB82}"/>
              </a:ext>
            </a:extLst>
          </p:cNvPr>
          <p:cNvSpPr/>
          <p:nvPr/>
        </p:nvSpPr>
        <p:spPr>
          <a:xfrm>
            <a:off x="822960" y="1601227"/>
            <a:ext cx="731520" cy="45720"/>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 name="Rounded Rectangle 4">
            <a:extLst>
              <a:ext uri="{FF2B5EF4-FFF2-40B4-BE49-F238E27FC236}">
                <a16:creationId xmlns:a16="http://schemas.microsoft.com/office/drawing/2014/main" id="{31FABE76-74AD-95AD-6C2E-8A7D32443E13}"/>
              </a:ext>
            </a:extLst>
          </p:cNvPr>
          <p:cNvSpPr/>
          <p:nvPr/>
        </p:nvSpPr>
        <p:spPr>
          <a:xfrm>
            <a:off x="765911" y="1965960"/>
            <a:ext cx="10698480" cy="1051560"/>
          </a:xfrm>
          <a:prstGeom prst="roundRect">
            <a:avLst>
              <a:gd name="adj" fmla="val 12000"/>
            </a:avLst>
          </a:prstGeom>
          <a:solidFill>
            <a:srgbClr val="E7F1FA"/>
          </a:solidFill>
          <a:ln>
            <a:solidFill>
              <a:srgbClr val="E7F1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D4D87301-EA1D-CCEF-A57A-0B62ADC68139}"/>
              </a:ext>
            </a:extLst>
          </p:cNvPr>
          <p:cNvSpPr txBox="1"/>
          <p:nvPr/>
        </p:nvSpPr>
        <p:spPr>
          <a:xfrm>
            <a:off x="933143" y="2280931"/>
            <a:ext cx="10182403" cy="381643"/>
          </a:xfrm>
          <a:prstGeom prst="rect">
            <a:avLst/>
          </a:prstGeom>
          <a:noFill/>
        </p:spPr>
        <p:txBody>
          <a:bodyPr wrap="none" lIns="36576" tIns="36576" rIns="36576" bIns="36576" anchor="ctr">
            <a:spAutoFit/>
          </a:bodyPr>
          <a:lstStyle/>
          <a:p>
            <a:pPr algn="l"/>
            <a:r>
              <a:rPr lang="vi-VN" sz="2000" b="1" dirty="0">
                <a:solidFill>
                  <a:srgbClr val="0B3C6D"/>
                </a:solidFill>
                <a:latin typeface="Aptos"/>
              </a:rPr>
              <a:t>BẠN KHÔNG THIẾU NGƯỜI. BẠN THIẾU MỘT CƠ CHẾ ĐỂ NGƯỜI PHÙ HỢP TỰ TÌM ĐẾN.</a:t>
            </a:r>
          </a:p>
        </p:txBody>
      </p:sp>
      <p:sp>
        <p:nvSpPr>
          <p:cNvPr id="21" name="TextBox 20">
            <a:extLst>
              <a:ext uri="{FF2B5EF4-FFF2-40B4-BE49-F238E27FC236}">
                <a16:creationId xmlns:a16="http://schemas.microsoft.com/office/drawing/2014/main" id="{77B67096-82E6-E981-5881-7F21E9B0223E}"/>
              </a:ext>
            </a:extLst>
          </p:cNvPr>
          <p:cNvSpPr txBox="1"/>
          <p:nvPr/>
        </p:nvSpPr>
        <p:spPr>
          <a:xfrm>
            <a:off x="822960" y="3703320"/>
            <a:ext cx="8759899" cy="1469633"/>
          </a:xfrm>
          <a:prstGeom prst="rect">
            <a:avLst/>
          </a:prstGeom>
          <a:noFill/>
        </p:spPr>
        <p:txBody>
          <a:bodyPr wrap="none" lIns="73152" rIns="73152">
            <a:spAutoFit/>
          </a:bodyPr>
          <a:lstStyle/>
          <a:p>
            <a:pPr>
              <a:spcAft>
                <a:spcPts val="700"/>
              </a:spcAft>
              <a:defRPr sz="1800">
                <a:solidFill>
                  <a:srgbClr val="1C2632"/>
                </a:solidFill>
                <a:latin typeface="Aptos"/>
              </a:defRPr>
            </a:pPr>
            <a:r>
              <a:rPr lang="vi-VN" b="1" dirty="0">
                <a:solidFill>
                  <a:schemeClr val="tx2"/>
                </a:solidFill>
              </a:rPr>
              <a:t>• MỖI NGÀY PHẢI NGHĨ XEM HÔM NAY MỜI AI.</a:t>
            </a:r>
          </a:p>
          <a:p>
            <a:pPr>
              <a:spcAft>
                <a:spcPts val="700"/>
              </a:spcAft>
              <a:defRPr sz="1800">
                <a:solidFill>
                  <a:srgbClr val="1C2632"/>
                </a:solidFill>
                <a:latin typeface="Aptos"/>
              </a:defRPr>
            </a:pPr>
            <a:r>
              <a:rPr lang="vi-VN" b="1" dirty="0">
                <a:solidFill>
                  <a:schemeClr val="tx2"/>
                </a:solidFill>
              </a:rPr>
              <a:t>• NÓI CHUYỆN RẤT NHIỀU NHƯNG ÍT NGƯỜI ĐI TIẾP.</a:t>
            </a:r>
          </a:p>
          <a:p>
            <a:pPr>
              <a:spcAft>
                <a:spcPts val="700"/>
              </a:spcAft>
              <a:defRPr sz="1800">
                <a:solidFill>
                  <a:srgbClr val="1C2632"/>
                </a:solidFill>
                <a:latin typeface="Aptos"/>
              </a:defRPr>
            </a:pPr>
            <a:r>
              <a:rPr lang="vi-VN" b="1" dirty="0">
                <a:solidFill>
                  <a:schemeClr val="tx2"/>
                </a:solidFill>
              </a:rPr>
              <a:t>• NGẠI LÀM PHIỀN NGƯỜI THÂN, BẠN BÈ VÀ CÁC MỐI QUAN HỆ CŨ.</a:t>
            </a:r>
          </a:p>
          <a:p>
            <a:pPr>
              <a:spcAft>
                <a:spcPts val="700"/>
              </a:spcAft>
              <a:defRPr sz="1800">
                <a:solidFill>
                  <a:srgbClr val="1C2632"/>
                </a:solidFill>
                <a:latin typeface="Aptos"/>
              </a:defRPr>
            </a:pPr>
            <a:r>
              <a:rPr lang="vi-VN" b="1" dirty="0">
                <a:solidFill>
                  <a:schemeClr val="tx2"/>
                </a:solidFill>
              </a:rPr>
              <a:t>• LÀM TỐT CHUYÊN MÔN NHƯNG CHƯA BIẾT CÁCH TẠO DÒNG NGƯỜI QUAN TÂM.</a:t>
            </a:r>
          </a:p>
        </p:txBody>
      </p:sp>
    </p:spTree>
    <p:extLst>
      <p:ext uri="{BB962C8B-B14F-4D97-AF65-F5344CB8AC3E}">
        <p14:creationId xmlns:p14="http://schemas.microsoft.com/office/powerpoint/2010/main" val="1538474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2" name="module-title">
            <a:extLst>
              <a:ext uri="{FF2B5EF4-FFF2-40B4-BE49-F238E27FC236}">
                <a16:creationId xmlns:a16="http://schemas.microsoft.com/office/drawing/2014/main" id="{D9040DD2-12D9-4952-B087-2AFC95BBAAD0}"/>
              </a:ext>
            </a:extLst>
          </p:cNvPr>
          <p:cNvSpPr>
            <a:spLocks noGrp="1"/>
          </p:cNvSpPr>
          <p:nvPr/>
        </p:nvSpPr>
        <p:spPr>
          <a:xfrm>
            <a:off x="685800" y="685800"/>
            <a:ext cx="9620250" cy="7810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en-US" sz="3900" b="1" dirty="0">
                <a:solidFill>
                  <a:srgbClr val="FFFFFF"/>
                </a:solidFill>
                <a:latin typeface="Aptos Display"/>
                <a:ea typeface="Aptos Display"/>
                <a:cs typeface="Aptos Display"/>
              </a:rPr>
              <a:t>MỤC TIÊU CỦA 3 BUỔI</a:t>
            </a:r>
          </a:p>
        </p:txBody>
      </p:sp>
      <p:sp>
        <p:nvSpPr>
          <p:cNvPr id="3" name="module-left-panel">
            <a:extLst>
              <a:ext uri="{FF2B5EF4-FFF2-40B4-BE49-F238E27FC236}">
                <a16:creationId xmlns:a16="http://schemas.microsoft.com/office/drawing/2014/main" id="{BD2CB3EA-CD08-441E-AD97-30086E171159}"/>
              </a:ext>
            </a:extLst>
          </p:cNvPr>
          <p:cNvSpPr>
            <a:spLocks noGrp="1"/>
          </p:cNvSpPr>
          <p:nvPr/>
        </p:nvSpPr>
        <p:spPr>
          <a:xfrm>
            <a:off x="666750" y="1714500"/>
            <a:ext cx="4333875" cy="3476625"/>
          </a:xfrm>
          <a:prstGeom prst="roundRect">
            <a:avLst>
              <a:gd name="adj" fmla="val 6575"/>
            </a:avLst>
          </a:prstGeom>
          <a:solidFill>
            <a:srgbClr val="062458">
              <a:alpha val="94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4" name="module-right-panel">
            <a:extLst>
              <a:ext uri="{FF2B5EF4-FFF2-40B4-BE49-F238E27FC236}">
                <a16:creationId xmlns:a16="http://schemas.microsoft.com/office/drawing/2014/main" id="{0522D5CB-D74F-4005-8085-CA095F213CFA}"/>
              </a:ext>
            </a:extLst>
          </p:cNvPr>
          <p:cNvSpPr>
            <a:spLocks noGrp="1"/>
          </p:cNvSpPr>
          <p:nvPr/>
        </p:nvSpPr>
        <p:spPr>
          <a:xfrm>
            <a:off x="5286375" y="1714500"/>
            <a:ext cx="6238875" cy="3476625"/>
          </a:xfrm>
          <a:prstGeom prst="roundRect">
            <a:avLst>
              <a:gd name="adj" fmla="val 6575"/>
            </a:avLst>
          </a:prstGeom>
          <a:solidFill>
            <a:srgbClr val="F7F3E8">
              <a:alpha val="97000"/>
            </a:srgbClr>
          </a:solidFill>
          <a:ln w="12383">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5" name="module-callout">
            <a:extLst>
              <a:ext uri="{FF2B5EF4-FFF2-40B4-BE49-F238E27FC236}">
                <a16:creationId xmlns:a16="http://schemas.microsoft.com/office/drawing/2014/main" id="{0AABB703-CC90-41AE-B175-0874D0CD10C4}"/>
              </a:ext>
            </a:extLst>
          </p:cNvPr>
          <p:cNvSpPr>
            <a:spLocks noGrp="1"/>
          </p:cNvSpPr>
          <p:nvPr/>
        </p:nvSpPr>
        <p:spPr>
          <a:xfrm>
            <a:off x="933450" y="1981200"/>
            <a:ext cx="3810000" cy="2857500"/>
          </a:xfrm>
          <a:prstGeom prst="rect">
            <a:avLst/>
          </a:prstGeom>
          <a:noFill/>
          <a:ln w="0">
            <a:noFill/>
            <a:prstDash val="solid"/>
          </a:ln>
        </p:spPr>
        <p:txBody>
          <a:bodyPr lIns="57150" tIns="38100" rIns="57150" bIns="38100" anchor="ctr">
            <a:normAutofit/>
          </a:bodyPr>
          <a:lstStyle/>
          <a:p>
            <a:pPr marL="0" indent="0" algn="l">
              <a:lnSpc>
                <a:spcPct val="108000"/>
              </a:lnSpc>
              <a:spcAft>
                <a:spcPts val="4"/>
              </a:spcAft>
              <a:buNone/>
              <a:defRPr sz="2400" b="1">
                <a:solidFill>
                  <a:srgbClr val="FFFFFF"/>
                </a:solidFill>
                <a:latin typeface="Aptos Display"/>
                <a:ea typeface="Aptos Display"/>
                <a:cs typeface="Aptos Display"/>
              </a:defRPr>
            </a:pPr>
            <a:r>
              <a:rPr lang="en-US" sz="2400" b="1" dirty="0">
                <a:solidFill>
                  <a:srgbClr val="FFFFFF"/>
                </a:solidFill>
                <a:latin typeface="Aptos Display"/>
                <a:ea typeface="Aptos Display"/>
                <a:cs typeface="Aptos Display"/>
              </a:rPr>
              <a:t>KHÔNG HỌC ĐỂ BIẾT THÊM HỌC ĐỂ THAY ĐỔI CÁCH VẬN HÀNH</a:t>
            </a:r>
          </a:p>
        </p:txBody>
      </p:sp>
      <p:sp>
        <p:nvSpPr>
          <p:cNvPr id="6" name="module-body-1">
            <a:extLst>
              <a:ext uri="{FF2B5EF4-FFF2-40B4-BE49-F238E27FC236}">
                <a16:creationId xmlns:a16="http://schemas.microsoft.com/office/drawing/2014/main" id="{B16E0626-01C8-4A0C-8F80-BAD30657A3B6}"/>
              </a:ext>
            </a:extLst>
          </p:cNvPr>
          <p:cNvSpPr>
            <a:spLocks noGrp="1"/>
          </p:cNvSpPr>
          <p:nvPr/>
        </p:nvSpPr>
        <p:spPr>
          <a:xfrm>
            <a:off x="5619750" y="1924050"/>
            <a:ext cx="5572125" cy="3009900"/>
          </a:xfrm>
          <a:prstGeom prst="rect">
            <a:avLst/>
          </a:prstGeom>
          <a:noFill/>
          <a:ln w="0">
            <a:noFill/>
            <a:prstDash val="solid"/>
          </a:ln>
        </p:spPr>
        <p:txBody>
          <a:bodyPr lIns="57150" tIns="38100" rIns="57150" bIns="38100" anchor="ctr">
            <a:normAutofit/>
          </a:bodyPr>
          <a:lstStyle/>
          <a:p>
            <a:pPr marL="0" indent="0" algn="l">
              <a:lnSpc>
                <a:spcPct val="108000"/>
              </a:lnSpc>
              <a:spcAft>
                <a:spcPts val="4"/>
              </a:spcAft>
              <a:buNone/>
              <a:defRPr sz="2250" b="1">
                <a:solidFill>
                  <a:srgbClr val="061E4A"/>
                </a:solidFill>
                <a:latin typeface="Aptos"/>
                <a:ea typeface="Aptos"/>
                <a:cs typeface="Aptos"/>
              </a:defRPr>
            </a:pPr>
            <a:r>
              <a:rPr lang="vi-VN" sz="2250" b="1" dirty="0">
                <a:solidFill>
                  <a:srgbClr val="061E4A"/>
                </a:solidFill>
                <a:latin typeface="Aptos"/>
                <a:ea typeface="Aptos"/>
                <a:cs typeface="Aptos"/>
              </a:rPr>
              <a:t>• CUỐI KHÓA: MỖI NGƯỜI CÓ MỘT BẢN ĐỒ TRIỂN KHAI </a:t>
            </a:r>
            <a:r>
              <a:rPr lang="vi-VN" sz="2250" b="1" dirty="0">
                <a:solidFill>
                  <a:srgbClr val="A87518"/>
                </a:solidFill>
                <a:latin typeface="Aptos"/>
                <a:ea typeface="Aptos"/>
                <a:cs typeface="Aptos"/>
              </a:rPr>
              <a:t>30 NGÀY</a:t>
            </a:r>
            <a:r>
              <a:rPr lang="vi-VN" sz="2250" b="1" dirty="0">
                <a:solidFill>
                  <a:srgbClr val="061E4A"/>
                </a:solidFill>
                <a:latin typeface="Aptos"/>
                <a:ea typeface="Aptos"/>
                <a:cs typeface="Aptos"/>
              </a:rPr>
              <a:t>.</a:t>
            </a:r>
          </a:p>
        </p:txBody>
      </p:sp>
      <p:sp>
        <p:nvSpPr>
          <p:cNvPr id="7" name="icon-badge-user-round-plus">
            <a:extLst>
              <a:ext uri="{FF2B5EF4-FFF2-40B4-BE49-F238E27FC236}">
                <a16:creationId xmlns:a16="http://schemas.microsoft.com/office/drawing/2014/main" id="{3900A6EC-EA0E-4D4B-AAB5-B1F14CAF54D5}"/>
              </a:ext>
            </a:extLst>
          </p:cNvPr>
          <p:cNvSpPr>
            <a:spLocks noGrp="1"/>
          </p:cNvSpPr>
          <p:nvPr/>
        </p:nvSpPr>
        <p:spPr>
          <a:xfrm>
            <a:off x="10648950" y="523875"/>
            <a:ext cx="723900" cy="7239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8" name="Graphic 17"/>
          <p:cNvPicPr>
            <a:picLocks noChangeAspect="1"/>
          </p:cNvPicPr>
          <p:nvPr/>
        </p:nvPicPr>
        <p:blipFill>
          <a:blip>
            <a:extLst>
              <a:ext uri="{96DAC541-7B7A-43D3-8B79-37D633B846F1}">
                <asvg:svgBlip xmlns:asvg="http://schemas.microsoft.com/office/drawing/2016/SVG/main" r:embed="rId4"/>
              </a:ext>
            </a:extLst>
          </a:blip>
          <a:stretch/>
        </p:blipFill>
        <p:spPr>
          <a:xfrm>
            <a:off x="10815447" y="690372"/>
            <a:ext cx="390906" cy="390906"/>
          </a:xfrm>
          <a:prstGeom prst="rect">
            <a:avLst/>
          </a:prstGeom>
        </p:spPr>
      </p:pic>
    </p:spTree>
    <p:extLst>
      <p:ext uri="{BB962C8B-B14F-4D97-AF65-F5344CB8AC3E}">
        <p14:creationId xmlns:p14="http://schemas.microsoft.com/office/powerpoint/2010/main" val="12417082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DD9EDF6E-E004-4BDB-B816-4F7791D7C6F4}"/>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1F912389-B37C-4105-9F75-4A309E2D1A12}"/>
              </a:ext>
            </a:extLst>
          </p:cNvPr>
          <p:cNvSpPr>
            <a:spLocks noGrp="1"/>
          </p:cNvSpPr>
          <p:nvPr/>
        </p:nvSpPr>
        <p:spPr>
          <a:xfrm>
            <a:off x="685799" y="1619250"/>
            <a:ext cx="8723672" cy="3886200"/>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AD8E0A28-6D96-433C-BB70-881171FFBAF7}"/>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en-US" sz="3900" b="1" dirty="0">
                <a:solidFill>
                  <a:srgbClr val="FFFFFF"/>
                </a:solidFill>
                <a:latin typeface="Aptos Display"/>
                <a:ea typeface="Aptos Display"/>
                <a:cs typeface="Aptos Display"/>
              </a:rPr>
              <a:t>NGÀY 1: </a:t>
            </a:r>
            <a:r>
              <a:rPr lang="en-US" sz="3900" b="1" dirty="0">
                <a:solidFill>
                  <a:srgbClr val="F4C76D"/>
                </a:solidFill>
                <a:latin typeface="Aptos Display"/>
                <a:ea typeface="Aptos Display"/>
                <a:cs typeface="Aptos Display"/>
              </a:rPr>
              <a:t>HÚT ĐÁM ĐÔNG</a:t>
            </a:r>
          </a:p>
        </p:txBody>
      </p:sp>
      <p:sp>
        <p:nvSpPr>
          <p:cNvPr id="4" name="body-copy">
            <a:extLst>
              <a:ext uri="{FF2B5EF4-FFF2-40B4-BE49-F238E27FC236}">
                <a16:creationId xmlns:a16="http://schemas.microsoft.com/office/drawing/2014/main" id="{2735A754-D446-4817-85CD-FF83CEDE1154}"/>
              </a:ext>
            </a:extLst>
          </p:cNvPr>
          <p:cNvSpPr>
            <a:spLocks noGrp="1"/>
          </p:cNvSpPr>
          <p:nvPr/>
        </p:nvSpPr>
        <p:spPr>
          <a:xfrm>
            <a:off x="1028699" y="2600324"/>
            <a:ext cx="8380772" cy="3219450"/>
          </a:xfrm>
          <a:prstGeom prst="rect">
            <a:avLst/>
          </a:prstGeom>
          <a:noFill/>
          <a:ln w="0">
            <a:noFill/>
            <a:prstDash val="solid"/>
          </a:ln>
        </p:spPr>
        <p:txBody>
          <a:bodyPr lIns="57150" tIns="38100" rIns="57150" bIns="38100" anchor="t">
            <a:normAutofit/>
          </a:bodyPr>
          <a:lstStyle/>
          <a:p>
            <a:pPr marL="457212" indent="-457200" algn="l">
              <a:lnSpc>
                <a:spcPct val="110000"/>
              </a:lnSpc>
              <a:spcAft>
                <a:spcPts val="7"/>
              </a:spcAft>
              <a:buFont typeface="Wingdings" panose="05000000000000000000" pitchFamily="2" charset="2"/>
              <a:buChar char="§"/>
              <a:defRPr sz="2025" b="0">
                <a:solidFill>
                  <a:srgbClr val="061E4A"/>
                </a:solidFill>
                <a:latin typeface="Aptos"/>
                <a:ea typeface="Aptos"/>
                <a:cs typeface="Aptos"/>
              </a:defRPr>
            </a:pPr>
            <a:r>
              <a:rPr lang="en-US" sz="2700" b="1" dirty="0">
                <a:solidFill>
                  <a:srgbClr val="061E4A"/>
                </a:solidFill>
                <a:latin typeface="Aptos"/>
                <a:ea typeface="Aptos"/>
                <a:cs typeface="Aptos"/>
              </a:rPr>
              <a:t>CHỈ ĐIỀU CHỈNH: KHÔNG HIỆU QUẢ</a:t>
            </a:r>
          </a:p>
          <a:p>
            <a:pPr marL="457212" indent="-457200" algn="l">
              <a:lnSpc>
                <a:spcPct val="110000"/>
              </a:lnSpc>
              <a:spcAft>
                <a:spcPts val="7"/>
              </a:spcAft>
              <a:buFont typeface="Wingdings" panose="05000000000000000000" pitchFamily="2" charset="2"/>
              <a:buChar char="§"/>
              <a:defRPr sz="2025" b="0">
                <a:solidFill>
                  <a:srgbClr val="061E4A"/>
                </a:solidFill>
                <a:latin typeface="Aptos"/>
                <a:ea typeface="Aptos"/>
                <a:cs typeface="Aptos"/>
              </a:defRPr>
            </a:pPr>
            <a:r>
              <a:rPr lang="en-US" sz="2700" b="1" dirty="0">
                <a:solidFill>
                  <a:srgbClr val="061E4A"/>
                </a:solidFill>
                <a:latin typeface="Aptos"/>
                <a:ea typeface="Aptos"/>
                <a:cs typeface="Aptos"/>
              </a:rPr>
              <a:t>CẦN </a:t>
            </a:r>
            <a:r>
              <a:rPr lang="en-US" sz="2700" b="1" dirty="0">
                <a:solidFill>
                  <a:srgbClr val="A87518"/>
                </a:solidFill>
                <a:latin typeface="Aptos"/>
                <a:ea typeface="Aptos"/>
                <a:cs typeface="Aptos"/>
              </a:rPr>
              <a:t>THAY ĐỔI HOÀN TOÀN</a:t>
            </a:r>
            <a:r>
              <a:rPr lang="en-US" sz="2700" b="1" dirty="0">
                <a:solidFill>
                  <a:srgbClr val="061E4A"/>
                </a:solidFill>
                <a:latin typeface="Aptos"/>
                <a:ea typeface="Aptos"/>
                <a:cs typeface="Aptos"/>
              </a:rPr>
              <a:t> SANG CÁCH LÀM MỚI</a:t>
            </a:r>
          </a:p>
          <a:p>
            <a:pPr marL="457212" indent="-457200" algn="l">
              <a:lnSpc>
                <a:spcPct val="110000"/>
              </a:lnSpc>
              <a:spcAft>
                <a:spcPts val="7"/>
              </a:spcAft>
              <a:buFont typeface="Wingdings" panose="05000000000000000000" pitchFamily="2" charset="2"/>
              <a:buChar char="§"/>
              <a:defRPr sz="2025" b="0">
                <a:solidFill>
                  <a:srgbClr val="061E4A"/>
                </a:solidFill>
                <a:latin typeface="Aptos"/>
                <a:ea typeface="Aptos"/>
                <a:cs typeface="Aptos"/>
              </a:defRPr>
            </a:pPr>
            <a:r>
              <a:rPr lang="en-US" sz="2700" b="1" dirty="0">
                <a:solidFill>
                  <a:srgbClr val="061E4A"/>
                </a:solidFill>
                <a:latin typeface="Aptos"/>
                <a:ea typeface="Aptos"/>
                <a:cs typeface="Aptos"/>
              </a:rPr>
              <a:t>ĐÁM ĐÔNG NGOÀI KIA ĐANG CẦN BẠN, ĐANG BỊ BỎ PHÍ</a:t>
            </a:r>
          </a:p>
        </p:txBody>
      </p:sp>
      <p:sp>
        <p:nvSpPr>
          <p:cNvPr id="5" name="icon-badge-refresh-cw">
            <a:extLst>
              <a:ext uri="{FF2B5EF4-FFF2-40B4-BE49-F238E27FC236}">
                <a16:creationId xmlns:a16="http://schemas.microsoft.com/office/drawing/2014/main" id="{4EA82CE9-D263-4078-AA10-5AD7483A2433}"/>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18215719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20A1B236-84BC-4450-9966-FA24A334A6D4}"/>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14B0AF21-62DF-4C24-A5B9-D64E26C491E5}"/>
              </a:ext>
            </a:extLst>
          </p:cNvPr>
          <p:cNvSpPr>
            <a:spLocks noGrp="1"/>
          </p:cNvSpPr>
          <p:nvPr/>
        </p:nvSpPr>
        <p:spPr>
          <a:xfrm>
            <a:off x="685800" y="1619250"/>
            <a:ext cx="8605838" cy="3886200"/>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A0E59D20-09AF-435A-9CDF-2447CD7329A2}"/>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en-US" sz="3700" b="1" dirty="0">
                <a:solidFill>
                  <a:srgbClr val="FFFFFF"/>
                </a:solidFill>
                <a:latin typeface="Aptos Display"/>
                <a:ea typeface="Aptos Display"/>
                <a:cs typeface="Aptos Display"/>
              </a:rPr>
              <a:t>NGÀY 2</a:t>
            </a:r>
          </a:p>
        </p:txBody>
      </p:sp>
      <p:sp>
        <p:nvSpPr>
          <p:cNvPr id="4" name="body-copy">
            <a:extLst>
              <a:ext uri="{FF2B5EF4-FFF2-40B4-BE49-F238E27FC236}">
                <a16:creationId xmlns:a16="http://schemas.microsoft.com/office/drawing/2014/main" id="{34944301-048B-4FF5-9532-83BB22B71FAD}"/>
              </a:ext>
            </a:extLst>
          </p:cNvPr>
          <p:cNvSpPr>
            <a:spLocks noGrp="1"/>
          </p:cNvSpPr>
          <p:nvPr/>
        </p:nvSpPr>
        <p:spPr>
          <a:xfrm>
            <a:off x="783048" y="1943100"/>
            <a:ext cx="8508590" cy="3219450"/>
          </a:xfrm>
          <a:prstGeom prst="rect">
            <a:avLst/>
          </a:prstGeom>
          <a:noFill/>
          <a:ln w="0">
            <a:noFill/>
            <a:prstDash val="solid"/>
          </a:ln>
        </p:spPr>
        <p:txBody>
          <a:bodyPr lIns="57150" tIns="38100" rIns="57150" bIns="38100" anchor="t">
            <a:normAutofit/>
          </a:bodyPr>
          <a:lstStyle/>
          <a:p>
            <a:pPr marL="457212" indent="-457200" algn="l">
              <a:lnSpc>
                <a:spcPct val="150000"/>
              </a:lnSpc>
              <a:spcAft>
                <a:spcPts val="7"/>
              </a:spcAft>
              <a:buFont typeface="Arial" panose="020B0604020202020204" pitchFamily="34" charset="0"/>
              <a:buChar char="•"/>
              <a:defRPr sz="2025" b="0">
                <a:solidFill>
                  <a:srgbClr val="061E4A"/>
                </a:solidFill>
                <a:latin typeface="Aptos"/>
                <a:ea typeface="Aptos"/>
                <a:cs typeface="Aptos"/>
              </a:defRPr>
            </a:pPr>
            <a:r>
              <a:rPr lang="en-US" sz="2600" b="1" dirty="0">
                <a:solidFill>
                  <a:srgbClr val="061E4A"/>
                </a:solidFill>
                <a:latin typeface="Aptos"/>
                <a:ea typeface="Aptos"/>
                <a:cs typeface="Aptos"/>
              </a:rPr>
              <a:t>CÁCH KHIẾN CỘNG ĐỒNG RỜI XA BẠN: </a:t>
            </a:r>
            <a:r>
              <a:rPr lang="en-US" sz="2600" b="1" dirty="0">
                <a:solidFill>
                  <a:srgbClr val="FFC000"/>
                </a:solidFill>
                <a:latin typeface="Aptos"/>
                <a:ea typeface="Aptos"/>
                <a:cs typeface="Aptos"/>
              </a:rPr>
              <a:t>TRÁNH</a:t>
            </a:r>
          </a:p>
          <a:p>
            <a:pPr marL="12" algn="l">
              <a:lnSpc>
                <a:spcPct val="150000"/>
              </a:lnSpc>
              <a:spcAft>
                <a:spcPts val="7"/>
              </a:spcAft>
              <a:defRPr sz="2025" b="0">
                <a:solidFill>
                  <a:srgbClr val="061E4A"/>
                </a:solidFill>
                <a:latin typeface="Aptos"/>
                <a:ea typeface="Aptos"/>
                <a:cs typeface="Aptos"/>
              </a:defRPr>
            </a:pPr>
            <a:r>
              <a:rPr lang="en-US" sz="2600" b="1" dirty="0">
                <a:solidFill>
                  <a:srgbClr val="061E4A"/>
                </a:solidFill>
                <a:latin typeface="Aptos"/>
                <a:ea typeface="Aptos"/>
                <a:cs typeface="Aptos"/>
              </a:rPr>
              <a:t>       HÚT CỘNG ĐỒNG, KHÔNG PHẢI SẢN PHẨM</a:t>
            </a:r>
          </a:p>
          <a:p>
            <a:pPr marL="457212" indent="-457200" algn="l">
              <a:lnSpc>
                <a:spcPct val="150000"/>
              </a:lnSpc>
              <a:spcAft>
                <a:spcPts val="7"/>
              </a:spcAft>
              <a:buFont typeface="Arial" panose="020B0604020202020204" pitchFamily="34" charset="0"/>
              <a:buChar char="•"/>
              <a:defRPr sz="2025" b="0">
                <a:solidFill>
                  <a:srgbClr val="061E4A"/>
                </a:solidFill>
                <a:latin typeface="Aptos"/>
                <a:ea typeface="Aptos"/>
                <a:cs typeface="Aptos"/>
              </a:defRPr>
            </a:pPr>
            <a:r>
              <a:rPr lang="en-US" sz="2600" b="1" dirty="0">
                <a:solidFill>
                  <a:srgbClr val="061E4A"/>
                </a:solidFill>
                <a:latin typeface="Aptos"/>
                <a:ea typeface="Aptos"/>
                <a:cs typeface="Aptos"/>
              </a:rPr>
              <a:t>CÔNG THỨC HẸN GẶP CẢ CỘNG ĐỒNG KHÔNG CẦN CÓ MẶT</a:t>
            </a:r>
          </a:p>
        </p:txBody>
      </p:sp>
      <p:sp>
        <p:nvSpPr>
          <p:cNvPr id="5" name="icon-badge-key">
            <a:extLst>
              <a:ext uri="{FF2B5EF4-FFF2-40B4-BE49-F238E27FC236}">
                <a16:creationId xmlns:a16="http://schemas.microsoft.com/office/drawing/2014/main" id="{9A350DFF-6FB9-4EBD-8EC1-2787DD4991A9}"/>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21765839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DE253363-8304-48CB-BC63-F41413A7F2DB}"/>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07D50A80-FDBD-4480-BB7B-79C4C442C41D}"/>
              </a:ext>
            </a:extLst>
          </p:cNvPr>
          <p:cNvSpPr>
            <a:spLocks noGrp="1"/>
          </p:cNvSpPr>
          <p:nvPr/>
        </p:nvSpPr>
        <p:spPr>
          <a:xfrm>
            <a:off x="685800" y="1619250"/>
            <a:ext cx="8058150" cy="3886200"/>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8C095ACE-4C23-4C20-94CD-0A152561E5E8}"/>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en-US" sz="3900" b="1" dirty="0">
                <a:solidFill>
                  <a:srgbClr val="FFFFFF"/>
                </a:solidFill>
                <a:latin typeface="Aptos Display"/>
                <a:ea typeface="Aptos Display"/>
                <a:cs typeface="Aptos Display"/>
              </a:rPr>
              <a:t>NGÀY 3</a:t>
            </a:r>
          </a:p>
        </p:txBody>
      </p:sp>
      <p:sp>
        <p:nvSpPr>
          <p:cNvPr id="4" name="body-copy">
            <a:extLst>
              <a:ext uri="{FF2B5EF4-FFF2-40B4-BE49-F238E27FC236}">
                <a16:creationId xmlns:a16="http://schemas.microsoft.com/office/drawing/2014/main" id="{57AAA26D-A889-4D3F-8554-DEA8ECBFE0EA}"/>
              </a:ext>
            </a:extLst>
          </p:cNvPr>
          <p:cNvSpPr>
            <a:spLocks noGrp="1"/>
          </p:cNvSpPr>
          <p:nvPr/>
        </p:nvSpPr>
        <p:spPr>
          <a:xfrm>
            <a:off x="1028700" y="1943100"/>
            <a:ext cx="7372350" cy="3219450"/>
          </a:xfrm>
          <a:prstGeom prst="rect">
            <a:avLst/>
          </a:prstGeom>
          <a:noFill/>
          <a:ln w="0">
            <a:noFill/>
            <a:prstDash val="solid"/>
          </a:ln>
        </p:spPr>
        <p:txBody>
          <a:bodyPr lIns="57150" tIns="38100" rIns="57150" bIns="38100" anchor="t">
            <a:normAutofit/>
          </a:bodyPr>
          <a:lstStyle/>
          <a:p>
            <a:pPr marL="342912" indent="-342900" algn="l">
              <a:lnSpc>
                <a:spcPct val="110000"/>
              </a:lnSpc>
              <a:spcAft>
                <a:spcPts val="7"/>
              </a:spcAft>
              <a:buFont typeface="Wingdings" panose="05000000000000000000" pitchFamily="2" charset="2"/>
              <a:buChar char="§"/>
              <a:defRPr sz="2025" b="0">
                <a:solidFill>
                  <a:srgbClr val="061E4A"/>
                </a:solidFill>
                <a:latin typeface="Aptos"/>
                <a:ea typeface="Aptos"/>
                <a:cs typeface="Aptos"/>
              </a:defRPr>
            </a:pPr>
            <a:r>
              <a:rPr lang="en-US" sz="2025" b="1" dirty="0">
                <a:solidFill>
                  <a:schemeClr val="tx2">
                    <a:lumMod val="75000"/>
                  </a:schemeClr>
                </a:solidFill>
                <a:latin typeface="Aptos"/>
                <a:ea typeface="Aptos"/>
                <a:cs typeface="Aptos"/>
              </a:rPr>
              <a:t>KHÔNG CÓ BÀI THUYẾT TRÌNH HOÀN HẢO, BẠN SẼ QUAY VỀ THỜI ĐỒ ĐÁ</a:t>
            </a:r>
          </a:p>
          <a:p>
            <a:pPr marL="12" algn="l">
              <a:lnSpc>
                <a:spcPct val="110000"/>
              </a:lnSpc>
              <a:spcAft>
                <a:spcPts val="7"/>
              </a:spcAft>
              <a:defRPr sz="2025" b="0">
                <a:solidFill>
                  <a:srgbClr val="061E4A"/>
                </a:solidFill>
                <a:latin typeface="Aptos"/>
                <a:ea typeface="Aptos"/>
                <a:cs typeface="Aptos"/>
              </a:defRPr>
            </a:pPr>
            <a:endParaRPr lang="en-US" sz="2025" b="1" dirty="0">
              <a:solidFill>
                <a:schemeClr val="tx2">
                  <a:lumMod val="75000"/>
                </a:schemeClr>
              </a:solidFill>
              <a:latin typeface="Aptos"/>
              <a:ea typeface="Aptos"/>
              <a:cs typeface="Aptos"/>
            </a:endParaRPr>
          </a:p>
          <a:p>
            <a:pPr marL="24" indent="-12" algn="l">
              <a:lnSpc>
                <a:spcPct val="110000"/>
              </a:lnSpc>
              <a:spcAft>
                <a:spcPts val="7"/>
              </a:spcAft>
              <a:buNone/>
              <a:defRPr sz="2025" b="0">
                <a:solidFill>
                  <a:srgbClr val="061E4A"/>
                </a:solidFill>
                <a:latin typeface="Aptos"/>
                <a:ea typeface="Aptos"/>
                <a:cs typeface="Aptos"/>
              </a:defRPr>
            </a:pPr>
            <a:r>
              <a:rPr lang="en-US" sz="2025" b="1" dirty="0">
                <a:solidFill>
                  <a:schemeClr val="tx2">
                    <a:lumMod val="75000"/>
                  </a:schemeClr>
                </a:solidFill>
                <a:latin typeface="Aptos"/>
                <a:ea typeface="Aptos"/>
                <a:cs typeface="Aptos"/>
              </a:rPr>
              <a:t>    → BÍ MẬT BÀI THUYẾT TRÌNH TRIỆU ĐÔ</a:t>
            </a:r>
          </a:p>
          <a:p>
            <a:pPr marL="24" indent="-12" algn="l">
              <a:lnSpc>
                <a:spcPct val="110000"/>
              </a:lnSpc>
              <a:spcAft>
                <a:spcPts val="7"/>
              </a:spcAft>
              <a:buNone/>
              <a:defRPr sz="2025" b="0">
                <a:solidFill>
                  <a:srgbClr val="061E4A"/>
                </a:solidFill>
                <a:latin typeface="Aptos"/>
                <a:ea typeface="Aptos"/>
                <a:cs typeface="Aptos"/>
              </a:defRPr>
            </a:pPr>
            <a:endParaRPr lang="en-US" sz="2025" b="1" dirty="0">
              <a:solidFill>
                <a:schemeClr val="tx2">
                  <a:lumMod val="75000"/>
                </a:schemeClr>
              </a:solidFill>
              <a:latin typeface="Aptos"/>
              <a:ea typeface="Aptos"/>
              <a:cs typeface="Aptos"/>
            </a:endParaRPr>
          </a:p>
          <a:p>
            <a:pPr marL="342912" indent="-342900" algn="l">
              <a:lnSpc>
                <a:spcPct val="110000"/>
              </a:lnSpc>
              <a:spcAft>
                <a:spcPts val="7"/>
              </a:spcAft>
              <a:buFont typeface="Wingdings" panose="05000000000000000000" pitchFamily="2" charset="2"/>
              <a:buChar char="§"/>
              <a:defRPr sz="2025" b="0">
                <a:solidFill>
                  <a:srgbClr val="061E4A"/>
                </a:solidFill>
                <a:latin typeface="Aptos"/>
                <a:ea typeface="Aptos"/>
                <a:cs typeface="Aptos"/>
              </a:defRPr>
            </a:pPr>
            <a:r>
              <a:rPr lang="en-US" sz="2025" b="1" dirty="0">
                <a:solidFill>
                  <a:schemeClr val="tx2">
                    <a:lumMod val="75000"/>
                  </a:schemeClr>
                </a:solidFill>
                <a:latin typeface="Aptos"/>
                <a:ea typeface="Aptos"/>
                <a:cs typeface="Aptos"/>
              </a:rPr>
              <a:t>KIẾM TIỀN MẶT NGỌT NGÀO MÀ KHÔNG CẦN BÁN HÀNG</a:t>
            </a:r>
          </a:p>
        </p:txBody>
      </p:sp>
      <p:sp>
        <p:nvSpPr>
          <p:cNvPr id="5" name="icon-badge-hand-coins">
            <a:extLst>
              <a:ext uri="{FF2B5EF4-FFF2-40B4-BE49-F238E27FC236}">
                <a16:creationId xmlns:a16="http://schemas.microsoft.com/office/drawing/2014/main" id="{788B0E75-F855-46B1-B67E-718278A9EA83}"/>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21307267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6" name="statement-panel">
            <a:extLst>
              <a:ext uri="{FF2B5EF4-FFF2-40B4-BE49-F238E27FC236}">
                <a16:creationId xmlns:a16="http://schemas.microsoft.com/office/drawing/2014/main" id="{99EF34C2-70CD-4627-A66D-ECA3016EA304}"/>
              </a:ext>
            </a:extLst>
          </p:cNvPr>
          <p:cNvSpPr>
            <a:spLocks noGrp="1"/>
          </p:cNvSpPr>
          <p:nvPr/>
        </p:nvSpPr>
        <p:spPr>
          <a:xfrm>
            <a:off x="690101" y="1976284"/>
            <a:ext cx="7810500" cy="2064774"/>
          </a:xfrm>
          <a:prstGeom prst="roundRect">
            <a:avLst>
              <a:gd name="adj" fmla="val 5600"/>
            </a:avLst>
          </a:prstGeom>
          <a:solidFill>
            <a:srgbClr val="041A45">
              <a:alpha val="91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2" name="gold-accent">
            <a:extLst>
              <a:ext uri="{FF2B5EF4-FFF2-40B4-BE49-F238E27FC236}">
                <a16:creationId xmlns:a16="http://schemas.microsoft.com/office/drawing/2014/main" id="{57CCA872-D2B5-42EB-A999-B1804DEE810D}"/>
              </a:ext>
            </a:extLst>
          </p:cNvPr>
          <p:cNvSpPr>
            <a:spLocks noGrp="1"/>
          </p:cNvSpPr>
          <p:nvPr/>
        </p:nvSpPr>
        <p:spPr>
          <a:xfrm>
            <a:off x="1100057" y="2746887"/>
            <a:ext cx="47625" cy="685800"/>
          </a:xfrm>
          <a:prstGeom prst="rect">
            <a:avLst/>
          </a:prstGeom>
          <a:solidFill>
            <a:srgbClr val="F4C76D"/>
          </a:solidFill>
          <a:ln w="0">
            <a:solidFill>
              <a:srgbClr val="F4C76D"/>
            </a:solidFill>
            <a:prstDash val="solid"/>
          </a:ln>
        </p:spPr>
        <p:txBody>
          <a:bodyPr/>
          <a:lstStyle/>
          <a:p>
            <a:endParaRPr lang="vi-VN"/>
          </a:p>
        </p:txBody>
      </p:sp>
      <p:sp>
        <p:nvSpPr>
          <p:cNvPr id="3" name="statement-copy">
            <a:extLst>
              <a:ext uri="{FF2B5EF4-FFF2-40B4-BE49-F238E27FC236}">
                <a16:creationId xmlns:a16="http://schemas.microsoft.com/office/drawing/2014/main" id="{5DE02C1F-49EA-492F-9F8D-8F0F38AC1F64}"/>
              </a:ext>
            </a:extLst>
          </p:cNvPr>
          <p:cNvSpPr>
            <a:spLocks noGrp="1"/>
          </p:cNvSpPr>
          <p:nvPr/>
        </p:nvSpPr>
        <p:spPr>
          <a:xfrm>
            <a:off x="1433051" y="1280037"/>
            <a:ext cx="6610350" cy="3619500"/>
          </a:xfrm>
          <a:prstGeom prst="rect">
            <a:avLst/>
          </a:prstGeom>
          <a:noFill/>
          <a:ln w="0">
            <a:noFill/>
            <a:prstDash val="solid"/>
          </a:ln>
        </p:spPr>
        <p:txBody>
          <a:bodyPr lIns="57150" tIns="38100" rIns="57150" bIns="38100" anchor="ctr">
            <a:normAutofit/>
          </a:bodyPr>
          <a:lstStyle/>
          <a:p>
            <a:pPr marL="0" indent="0" algn="l">
              <a:lnSpc>
                <a:spcPct val="104000"/>
              </a:lnSpc>
              <a:spcAft>
                <a:spcPts val="4"/>
              </a:spcAft>
              <a:buNone/>
              <a:defRPr sz="3600" b="1">
                <a:solidFill>
                  <a:srgbClr val="FFFFFF"/>
                </a:solidFill>
                <a:latin typeface="Aptos Display"/>
                <a:ea typeface="Aptos Display"/>
                <a:cs typeface="Aptos Display"/>
              </a:defRPr>
            </a:pPr>
            <a:r>
              <a:rPr lang="vi-VN" sz="2700" b="1" dirty="0">
                <a:solidFill>
                  <a:srgbClr val="FFFFFF"/>
                </a:solidFill>
                <a:latin typeface="Aptos Display"/>
                <a:ea typeface="Aptos Display"/>
                <a:cs typeface="Aptos Display"/>
              </a:rPr>
              <a:t>ANH CHỊ EM ĐÃ SẴN SÀNG CHO NHỮNG ĐIỀU ĐIÊN RỒ TRONG 3 NGÀY NÀY CHƯA?</a:t>
            </a:r>
          </a:p>
        </p:txBody>
      </p:sp>
      <p:sp>
        <p:nvSpPr>
          <p:cNvPr id="4" name="icon-badge-calendar-clock">
            <a:extLst>
              <a:ext uri="{FF2B5EF4-FFF2-40B4-BE49-F238E27FC236}">
                <a16:creationId xmlns:a16="http://schemas.microsoft.com/office/drawing/2014/main" id="{3959347A-9A3E-4E1F-B7BA-EE8A7B345A1E}"/>
              </a:ext>
            </a:extLst>
          </p:cNvPr>
          <p:cNvSpPr>
            <a:spLocks noGrp="1"/>
          </p:cNvSpPr>
          <p:nvPr/>
        </p:nvSpPr>
        <p:spPr>
          <a:xfrm>
            <a:off x="9757901" y="2194437"/>
            <a:ext cx="1447800" cy="14478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0" name="Graphic 9"/>
          <p:cNvPicPr>
            <a:picLocks noChangeAspect="1"/>
          </p:cNvPicPr>
          <p:nvPr/>
        </p:nvPicPr>
        <p:blipFill>
          <a:blip>
            <a:extLst>
              <a:ext uri="{96DAC541-7B7A-43D3-8B79-37D633B846F1}">
                <asvg:svgBlip xmlns:asvg="http://schemas.microsoft.com/office/drawing/2016/SVG/main" r:embed="rId4"/>
              </a:ext>
            </a:extLst>
          </a:blip>
          <a:stretch/>
        </p:blipFill>
        <p:spPr>
          <a:xfrm>
            <a:off x="10090895" y="2527431"/>
            <a:ext cx="781812" cy="781812"/>
          </a:xfrm>
          <a:prstGeom prst="rect">
            <a:avLst/>
          </a:prstGeom>
        </p:spPr>
      </p:pic>
    </p:spTree>
    <p:extLst>
      <p:ext uri="{BB962C8B-B14F-4D97-AF65-F5344CB8AC3E}">
        <p14:creationId xmlns:p14="http://schemas.microsoft.com/office/powerpoint/2010/main" val="8311814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6" name="statement-panel">
            <a:extLst>
              <a:ext uri="{FF2B5EF4-FFF2-40B4-BE49-F238E27FC236}">
                <a16:creationId xmlns:a16="http://schemas.microsoft.com/office/drawing/2014/main" id="{138AB18F-2687-4BC7-9C86-D970E3114E8C}"/>
              </a:ext>
            </a:extLst>
          </p:cNvPr>
          <p:cNvSpPr>
            <a:spLocks noGrp="1"/>
          </p:cNvSpPr>
          <p:nvPr/>
        </p:nvSpPr>
        <p:spPr>
          <a:xfrm>
            <a:off x="3905250" y="2035277"/>
            <a:ext cx="7620000" cy="2349910"/>
          </a:xfrm>
          <a:prstGeom prst="roundRect">
            <a:avLst>
              <a:gd name="adj" fmla="val 5600"/>
            </a:avLst>
          </a:prstGeom>
          <a:solidFill>
            <a:srgbClr val="041A45">
              <a:alpha val="91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2" name="gold-accent">
            <a:extLst>
              <a:ext uri="{FF2B5EF4-FFF2-40B4-BE49-F238E27FC236}">
                <a16:creationId xmlns:a16="http://schemas.microsoft.com/office/drawing/2014/main" id="{329F3A5F-21C5-4B8E-ADB6-57DEEA29B014}"/>
              </a:ext>
            </a:extLst>
          </p:cNvPr>
          <p:cNvSpPr>
            <a:spLocks noGrp="1"/>
          </p:cNvSpPr>
          <p:nvPr/>
        </p:nvSpPr>
        <p:spPr>
          <a:xfrm>
            <a:off x="4269812" y="2933700"/>
            <a:ext cx="47625" cy="685800"/>
          </a:xfrm>
          <a:prstGeom prst="rect">
            <a:avLst/>
          </a:prstGeom>
          <a:solidFill>
            <a:srgbClr val="F4C76D"/>
          </a:solidFill>
          <a:ln w="0">
            <a:solidFill>
              <a:srgbClr val="F4C76D"/>
            </a:solidFill>
            <a:prstDash val="solid"/>
          </a:ln>
        </p:spPr>
        <p:txBody>
          <a:bodyPr/>
          <a:lstStyle/>
          <a:p>
            <a:endParaRPr lang="vi-VN"/>
          </a:p>
        </p:txBody>
      </p:sp>
      <p:sp>
        <p:nvSpPr>
          <p:cNvPr id="3" name="statement-copy">
            <a:extLst>
              <a:ext uri="{FF2B5EF4-FFF2-40B4-BE49-F238E27FC236}">
                <a16:creationId xmlns:a16="http://schemas.microsoft.com/office/drawing/2014/main" id="{F037E622-FD03-49B7-908D-9B7ABC7FC0E9}"/>
              </a:ext>
            </a:extLst>
          </p:cNvPr>
          <p:cNvSpPr>
            <a:spLocks noGrp="1"/>
          </p:cNvSpPr>
          <p:nvPr/>
        </p:nvSpPr>
        <p:spPr>
          <a:xfrm>
            <a:off x="4648200" y="1466850"/>
            <a:ext cx="6419850" cy="3619500"/>
          </a:xfrm>
          <a:prstGeom prst="rect">
            <a:avLst/>
          </a:prstGeom>
          <a:noFill/>
          <a:ln w="0">
            <a:noFill/>
            <a:prstDash val="solid"/>
          </a:ln>
        </p:spPr>
        <p:txBody>
          <a:bodyPr lIns="57150" tIns="38100" rIns="57150" bIns="38100" anchor="ctr">
            <a:normAutofit/>
          </a:bodyPr>
          <a:lstStyle/>
          <a:p>
            <a:pPr marL="0" indent="0" algn="l">
              <a:lnSpc>
                <a:spcPct val="104000"/>
              </a:lnSpc>
              <a:spcAft>
                <a:spcPts val="4"/>
              </a:spcAft>
              <a:buNone/>
              <a:defRPr sz="3000" b="1">
                <a:solidFill>
                  <a:srgbClr val="FFFFFF"/>
                </a:solidFill>
                <a:latin typeface="Aptos Display"/>
                <a:ea typeface="Aptos Display"/>
                <a:cs typeface="Aptos Display"/>
              </a:defRPr>
            </a:pPr>
            <a:r>
              <a:rPr lang="vi-VN" sz="2700" b="1" dirty="0">
                <a:solidFill>
                  <a:srgbClr val="FFFFFF"/>
                </a:solidFill>
                <a:latin typeface="Aptos Display"/>
                <a:ea typeface="Aptos Display"/>
                <a:cs typeface="Aptos Display"/>
              </a:rPr>
              <a:t>NẾU BẠN CÓ KHẢ NĂNG TƯ VẤN SẢN PHẨM GIỎI, VÀ LẠI BIẾT BÍ MẬT </a:t>
            </a:r>
            <a:r>
              <a:rPr lang="vi-VN" sz="2700" b="1" dirty="0">
                <a:solidFill>
                  <a:srgbClr val="FFC000"/>
                </a:solidFill>
                <a:latin typeface="Aptos Display"/>
                <a:ea typeface="Aptos Display"/>
                <a:cs typeface="Aptos Display"/>
              </a:rPr>
              <a:t>HÚT</a:t>
            </a:r>
            <a:r>
              <a:rPr lang="vi-VN" sz="2700" b="1" dirty="0">
                <a:solidFill>
                  <a:srgbClr val="FFFFFF"/>
                </a:solidFill>
                <a:latin typeface="Aptos Display"/>
                <a:ea typeface="Aptos Display"/>
                <a:cs typeface="Aptos Display"/>
              </a:rPr>
              <a:t> CỘNG ĐỒNG TỰ ĐỘNG THÌ ĐIỀU GÌ SẼ XẢY RA?</a:t>
            </a:r>
          </a:p>
        </p:txBody>
      </p:sp>
      <p:sp>
        <p:nvSpPr>
          <p:cNvPr id="4" name="icon-badge-lightbulb">
            <a:extLst>
              <a:ext uri="{FF2B5EF4-FFF2-40B4-BE49-F238E27FC236}">
                <a16:creationId xmlns:a16="http://schemas.microsoft.com/office/drawing/2014/main" id="{AE3459B4-B971-437C-BC63-21EE30F431DC}"/>
              </a:ext>
            </a:extLst>
          </p:cNvPr>
          <p:cNvSpPr>
            <a:spLocks noGrp="1"/>
          </p:cNvSpPr>
          <p:nvPr/>
        </p:nvSpPr>
        <p:spPr>
          <a:xfrm>
            <a:off x="1238250" y="2381250"/>
            <a:ext cx="1447800" cy="14478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0" name="Graphic 9"/>
          <p:cNvPicPr>
            <a:picLocks noChangeAspect="1"/>
          </p:cNvPicPr>
          <p:nvPr/>
        </p:nvPicPr>
        <p:blipFill>
          <a:blip>
            <a:extLst>
              <a:ext uri="{96DAC541-7B7A-43D3-8B79-37D633B846F1}">
                <asvg:svgBlip xmlns:asvg="http://schemas.microsoft.com/office/drawing/2016/SVG/main" r:embed="rId4"/>
              </a:ext>
            </a:extLst>
          </a:blip>
          <a:stretch/>
        </p:blipFill>
        <p:spPr>
          <a:xfrm>
            <a:off x="1571244" y="2714244"/>
            <a:ext cx="781812" cy="781812"/>
          </a:xfrm>
          <a:prstGeom prst="rect">
            <a:avLst/>
          </a:prstGeom>
        </p:spPr>
      </p:pic>
    </p:spTree>
    <p:extLst>
      <p:ext uri="{BB962C8B-B14F-4D97-AF65-F5344CB8AC3E}">
        <p14:creationId xmlns:p14="http://schemas.microsoft.com/office/powerpoint/2010/main" val="42164969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6" name="statement-panel">
            <a:extLst>
              <a:ext uri="{FF2B5EF4-FFF2-40B4-BE49-F238E27FC236}">
                <a16:creationId xmlns:a16="http://schemas.microsoft.com/office/drawing/2014/main" id="{E65EDDF0-CC37-4A48-8BCB-1F4AB1266296}"/>
              </a:ext>
            </a:extLst>
          </p:cNvPr>
          <p:cNvSpPr>
            <a:spLocks noGrp="1"/>
          </p:cNvSpPr>
          <p:nvPr/>
        </p:nvSpPr>
        <p:spPr>
          <a:xfrm>
            <a:off x="561053" y="1229032"/>
            <a:ext cx="7810500" cy="3696929"/>
          </a:xfrm>
          <a:prstGeom prst="roundRect">
            <a:avLst>
              <a:gd name="adj" fmla="val 5600"/>
            </a:avLst>
          </a:prstGeom>
          <a:solidFill>
            <a:srgbClr val="041A45">
              <a:alpha val="91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2" name="gold-accent">
            <a:extLst>
              <a:ext uri="{FF2B5EF4-FFF2-40B4-BE49-F238E27FC236}">
                <a16:creationId xmlns:a16="http://schemas.microsoft.com/office/drawing/2014/main" id="{D623A772-8F48-4225-9304-14244670AF77}"/>
              </a:ext>
            </a:extLst>
          </p:cNvPr>
          <p:cNvSpPr>
            <a:spLocks noGrp="1"/>
          </p:cNvSpPr>
          <p:nvPr/>
        </p:nvSpPr>
        <p:spPr>
          <a:xfrm>
            <a:off x="856789" y="2381250"/>
            <a:ext cx="45719" cy="1748298"/>
          </a:xfrm>
          <a:prstGeom prst="rect">
            <a:avLst/>
          </a:prstGeom>
          <a:solidFill>
            <a:srgbClr val="F4C76D"/>
          </a:solidFill>
          <a:ln w="0">
            <a:solidFill>
              <a:srgbClr val="F4C76D"/>
            </a:solidFill>
            <a:prstDash val="solid"/>
          </a:ln>
        </p:spPr>
        <p:txBody>
          <a:bodyPr/>
          <a:lstStyle/>
          <a:p>
            <a:endParaRPr lang="vi-VN"/>
          </a:p>
        </p:txBody>
      </p:sp>
      <p:sp>
        <p:nvSpPr>
          <p:cNvPr id="3" name="statement-copy">
            <a:extLst>
              <a:ext uri="{FF2B5EF4-FFF2-40B4-BE49-F238E27FC236}">
                <a16:creationId xmlns:a16="http://schemas.microsoft.com/office/drawing/2014/main" id="{33220987-186E-4A9D-9E34-07EA0A2A9B06}"/>
              </a:ext>
            </a:extLst>
          </p:cNvPr>
          <p:cNvSpPr>
            <a:spLocks noGrp="1"/>
          </p:cNvSpPr>
          <p:nvPr/>
        </p:nvSpPr>
        <p:spPr>
          <a:xfrm>
            <a:off x="1295400" y="1466850"/>
            <a:ext cx="6610350" cy="3619500"/>
          </a:xfrm>
          <a:prstGeom prst="rect">
            <a:avLst/>
          </a:prstGeom>
          <a:noFill/>
          <a:ln w="0">
            <a:noFill/>
            <a:prstDash val="solid"/>
          </a:ln>
        </p:spPr>
        <p:txBody>
          <a:bodyPr lIns="57150" tIns="38100" rIns="57150" bIns="38100" anchor="ctr">
            <a:normAutofit/>
          </a:bodyPr>
          <a:lstStyle/>
          <a:p>
            <a:pPr marL="0" indent="0" algn="l">
              <a:lnSpc>
                <a:spcPct val="104000"/>
              </a:lnSpc>
              <a:spcAft>
                <a:spcPts val="4"/>
              </a:spcAft>
              <a:buNone/>
              <a:defRPr sz="3000" b="1">
                <a:solidFill>
                  <a:srgbClr val="FFFFFF"/>
                </a:solidFill>
                <a:latin typeface="Aptos Display"/>
                <a:ea typeface="Aptos Display"/>
                <a:cs typeface="Aptos Display"/>
              </a:defRPr>
            </a:pPr>
            <a:r>
              <a:rPr lang="vi-VN" sz="2700" b="1" dirty="0">
                <a:solidFill>
                  <a:srgbClr val="FFFFFF"/>
                </a:solidFill>
                <a:latin typeface="Aptos Display"/>
                <a:ea typeface="Aptos Display"/>
                <a:cs typeface="Aptos Display"/>
              </a:rPr>
              <a:t>BẠN CÓ NGHĨ RẰNG HÚT CỘNG ĐỒNG NGƯỜI LẠ TRÊN INTERNET LÀ VIỆC CÓ THỂ LÀM ĐƯỢC NHƯNG CHỈ DÀNH CHO NHỮNG NGƯỜI Ở ĐẲNG CẤP VÀ TRÌNH ĐỘ KHÁC?</a:t>
            </a:r>
          </a:p>
        </p:txBody>
      </p:sp>
      <p:sp>
        <p:nvSpPr>
          <p:cNvPr id="4" name="icon-badge-globe">
            <a:extLst>
              <a:ext uri="{FF2B5EF4-FFF2-40B4-BE49-F238E27FC236}">
                <a16:creationId xmlns:a16="http://schemas.microsoft.com/office/drawing/2014/main" id="{002A2BED-88B7-4AFE-B864-1DC76B42A3B6}"/>
              </a:ext>
            </a:extLst>
          </p:cNvPr>
          <p:cNvSpPr>
            <a:spLocks noGrp="1"/>
          </p:cNvSpPr>
          <p:nvPr/>
        </p:nvSpPr>
        <p:spPr>
          <a:xfrm>
            <a:off x="9620250" y="2381250"/>
            <a:ext cx="1447800" cy="14478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0" name="Graphic 9"/>
          <p:cNvPicPr>
            <a:picLocks noChangeAspect="1"/>
          </p:cNvPicPr>
          <p:nvPr/>
        </p:nvPicPr>
        <p:blipFill>
          <a:blip>
            <a:extLst>
              <a:ext uri="{96DAC541-7B7A-43D3-8B79-37D633B846F1}">
                <asvg:svgBlip xmlns:asvg="http://schemas.microsoft.com/office/drawing/2016/SVG/main" r:embed="rId4"/>
              </a:ext>
            </a:extLst>
          </a:blip>
          <a:stretch/>
        </p:blipFill>
        <p:spPr>
          <a:xfrm>
            <a:off x="9953244" y="2714244"/>
            <a:ext cx="781812" cy="781812"/>
          </a:xfrm>
          <a:prstGeom prst="rect">
            <a:avLst/>
          </a:prstGeom>
        </p:spPr>
      </p:pic>
    </p:spTree>
    <p:extLst>
      <p:ext uri="{BB962C8B-B14F-4D97-AF65-F5344CB8AC3E}">
        <p14:creationId xmlns:p14="http://schemas.microsoft.com/office/powerpoint/2010/main" val="3395017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6" name="statement-panel">
            <a:extLst>
              <a:ext uri="{FF2B5EF4-FFF2-40B4-BE49-F238E27FC236}">
                <a16:creationId xmlns:a16="http://schemas.microsoft.com/office/drawing/2014/main" id="{4B36626A-0467-44BB-AA35-6F27EF5A2FF9}"/>
              </a:ext>
            </a:extLst>
          </p:cNvPr>
          <p:cNvSpPr>
            <a:spLocks noGrp="1"/>
          </p:cNvSpPr>
          <p:nvPr/>
        </p:nvSpPr>
        <p:spPr>
          <a:xfrm>
            <a:off x="552450" y="1887794"/>
            <a:ext cx="7810500" cy="2546554"/>
          </a:xfrm>
          <a:prstGeom prst="roundRect">
            <a:avLst>
              <a:gd name="adj" fmla="val 5600"/>
            </a:avLst>
          </a:prstGeom>
          <a:solidFill>
            <a:srgbClr val="041A45">
              <a:alpha val="91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2" name="gold-accent">
            <a:extLst>
              <a:ext uri="{FF2B5EF4-FFF2-40B4-BE49-F238E27FC236}">
                <a16:creationId xmlns:a16="http://schemas.microsoft.com/office/drawing/2014/main" id="{B9955D50-33E5-4E0E-8249-74B9CDFEF5D0}"/>
              </a:ext>
            </a:extLst>
          </p:cNvPr>
          <p:cNvSpPr>
            <a:spLocks noGrp="1"/>
          </p:cNvSpPr>
          <p:nvPr/>
        </p:nvSpPr>
        <p:spPr>
          <a:xfrm>
            <a:off x="904875" y="2933700"/>
            <a:ext cx="47625" cy="685800"/>
          </a:xfrm>
          <a:prstGeom prst="rect">
            <a:avLst/>
          </a:prstGeom>
          <a:solidFill>
            <a:srgbClr val="F4C76D"/>
          </a:solidFill>
          <a:ln w="0">
            <a:solidFill>
              <a:srgbClr val="F4C76D"/>
            </a:solidFill>
            <a:prstDash val="solid"/>
          </a:ln>
        </p:spPr>
        <p:txBody>
          <a:bodyPr/>
          <a:lstStyle/>
          <a:p>
            <a:endParaRPr lang="vi-VN"/>
          </a:p>
        </p:txBody>
      </p:sp>
      <p:sp>
        <p:nvSpPr>
          <p:cNvPr id="3" name="statement-copy">
            <a:extLst>
              <a:ext uri="{FF2B5EF4-FFF2-40B4-BE49-F238E27FC236}">
                <a16:creationId xmlns:a16="http://schemas.microsoft.com/office/drawing/2014/main" id="{246EC05C-7384-4FAA-92B8-CAE2E99D6E1A}"/>
              </a:ext>
            </a:extLst>
          </p:cNvPr>
          <p:cNvSpPr>
            <a:spLocks noGrp="1"/>
          </p:cNvSpPr>
          <p:nvPr/>
        </p:nvSpPr>
        <p:spPr>
          <a:xfrm>
            <a:off x="1295400" y="1466850"/>
            <a:ext cx="6610350" cy="3619500"/>
          </a:xfrm>
          <a:prstGeom prst="rect">
            <a:avLst/>
          </a:prstGeom>
          <a:noFill/>
          <a:ln w="0">
            <a:noFill/>
            <a:prstDash val="solid"/>
          </a:ln>
        </p:spPr>
        <p:txBody>
          <a:bodyPr lIns="57150" tIns="38100" rIns="57150" bIns="38100" anchor="ctr">
            <a:normAutofit/>
          </a:bodyPr>
          <a:lstStyle/>
          <a:p>
            <a:pPr marL="0" indent="0" algn="l">
              <a:lnSpc>
                <a:spcPct val="104000"/>
              </a:lnSpc>
              <a:spcAft>
                <a:spcPts val="4"/>
              </a:spcAft>
              <a:buNone/>
              <a:defRPr sz="4200" b="1">
                <a:solidFill>
                  <a:srgbClr val="FFFFFF"/>
                </a:solidFill>
                <a:latin typeface="Aptos Display"/>
                <a:ea typeface="Aptos Display"/>
                <a:cs typeface="Aptos Display"/>
              </a:defRPr>
            </a:pPr>
            <a:r>
              <a:rPr lang="vi-VN" sz="3000" b="1" dirty="0">
                <a:solidFill>
                  <a:srgbClr val="FFFFFF"/>
                </a:solidFill>
                <a:latin typeface="Aptos Display"/>
                <a:ea typeface="Aptos Display"/>
                <a:cs typeface="Aptos Display"/>
              </a:rPr>
              <a:t>KHÔNG PHẢI NHƯ VẬY</a:t>
            </a:r>
          </a:p>
          <a:p>
            <a:pPr marL="0" indent="0" algn="l">
              <a:lnSpc>
                <a:spcPct val="104000"/>
              </a:lnSpc>
              <a:spcAft>
                <a:spcPts val="4"/>
              </a:spcAft>
              <a:buNone/>
              <a:defRPr sz="4200" b="1">
                <a:solidFill>
                  <a:srgbClr val="FFFFFF"/>
                </a:solidFill>
                <a:latin typeface="Aptos Display"/>
                <a:ea typeface="Aptos Display"/>
                <a:cs typeface="Aptos Display"/>
              </a:defRPr>
            </a:pPr>
            <a:r>
              <a:rPr lang="vi-VN" sz="3000" b="1" dirty="0">
                <a:solidFill>
                  <a:srgbClr val="FFFFFF"/>
                </a:solidFill>
                <a:latin typeface="Aptos Display"/>
                <a:ea typeface="Aptos Display"/>
                <a:cs typeface="Aptos Display"/>
              </a:rPr>
              <a:t>BẤT KỂ AI CŨNG CÓ THỂ LÀM ĐƯỢC</a:t>
            </a:r>
          </a:p>
        </p:txBody>
      </p:sp>
      <p:sp>
        <p:nvSpPr>
          <p:cNvPr id="4" name="icon-badge-magnet">
            <a:extLst>
              <a:ext uri="{FF2B5EF4-FFF2-40B4-BE49-F238E27FC236}">
                <a16:creationId xmlns:a16="http://schemas.microsoft.com/office/drawing/2014/main" id="{D74E7DB4-FD6A-46B6-B1F6-1600AA012421}"/>
              </a:ext>
            </a:extLst>
          </p:cNvPr>
          <p:cNvSpPr>
            <a:spLocks noGrp="1"/>
          </p:cNvSpPr>
          <p:nvPr/>
        </p:nvSpPr>
        <p:spPr>
          <a:xfrm>
            <a:off x="9620250" y="2381250"/>
            <a:ext cx="1447800" cy="14478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0" name="Graphic 9"/>
          <p:cNvPicPr>
            <a:picLocks noChangeAspect="1"/>
          </p:cNvPicPr>
          <p:nvPr/>
        </p:nvPicPr>
        <p:blipFill>
          <a:blip>
            <a:extLst>
              <a:ext uri="{96DAC541-7B7A-43D3-8B79-37D633B846F1}">
                <asvg:svgBlip xmlns:asvg="http://schemas.microsoft.com/office/drawing/2016/SVG/main" r:embed="rId4"/>
              </a:ext>
            </a:extLst>
          </a:blip>
          <a:stretch/>
        </p:blipFill>
        <p:spPr>
          <a:xfrm>
            <a:off x="9953244" y="2714244"/>
            <a:ext cx="781812" cy="781812"/>
          </a:xfrm>
          <a:prstGeom prst="rect">
            <a:avLst/>
          </a:prstGeom>
        </p:spPr>
      </p:pic>
    </p:spTree>
    <p:extLst>
      <p:ext uri="{BB962C8B-B14F-4D97-AF65-F5344CB8AC3E}">
        <p14:creationId xmlns:p14="http://schemas.microsoft.com/office/powerpoint/2010/main" val="28991109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B15A914D-9CD6-4472-8797-EBB51FA14D8F}"/>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24BBCB8A-16E7-4C61-A8AF-36405317BB7E}"/>
              </a:ext>
            </a:extLst>
          </p:cNvPr>
          <p:cNvSpPr>
            <a:spLocks noGrp="1"/>
          </p:cNvSpPr>
          <p:nvPr/>
        </p:nvSpPr>
        <p:spPr>
          <a:xfrm>
            <a:off x="685800" y="1619250"/>
            <a:ext cx="8058150" cy="3886200"/>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7A7334F2-0B95-4739-BE73-D7F59C8A8E27}"/>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en-US" sz="3900" b="1" dirty="0">
                <a:solidFill>
                  <a:srgbClr val="FFFFFF"/>
                </a:solidFill>
                <a:latin typeface="Aptos Display"/>
                <a:ea typeface="Aptos Display"/>
                <a:cs typeface="Aptos Display"/>
              </a:rPr>
              <a:t>KHI MỚI BẮT ĐẦU</a:t>
            </a:r>
          </a:p>
        </p:txBody>
      </p:sp>
      <p:sp>
        <p:nvSpPr>
          <p:cNvPr id="4" name="body-copy">
            <a:extLst>
              <a:ext uri="{FF2B5EF4-FFF2-40B4-BE49-F238E27FC236}">
                <a16:creationId xmlns:a16="http://schemas.microsoft.com/office/drawing/2014/main" id="{B5C931B9-3173-4507-84B0-448EF8E31D8A}"/>
              </a:ext>
            </a:extLst>
          </p:cNvPr>
          <p:cNvSpPr>
            <a:spLocks noGrp="1"/>
          </p:cNvSpPr>
          <p:nvPr/>
        </p:nvSpPr>
        <p:spPr>
          <a:xfrm>
            <a:off x="1371600" y="2652713"/>
            <a:ext cx="7372350" cy="3219450"/>
          </a:xfrm>
          <a:prstGeom prst="rect">
            <a:avLst/>
          </a:prstGeom>
          <a:noFill/>
          <a:ln w="0">
            <a:noFill/>
            <a:prstDash val="solid"/>
          </a:ln>
        </p:spPr>
        <p:txBody>
          <a:bodyPr lIns="57150" tIns="38100" rIns="57150" bIns="38100" anchor="t">
            <a:normAutofit/>
          </a:bodyPr>
          <a:lstStyle/>
          <a:p>
            <a:pPr marL="24" indent="-12" algn="l">
              <a:lnSpc>
                <a:spcPct val="110000"/>
              </a:lnSpc>
              <a:spcAft>
                <a:spcPts val="7"/>
              </a:spcAft>
              <a:buNone/>
              <a:defRPr sz="2250" b="0">
                <a:solidFill>
                  <a:srgbClr val="061E4A"/>
                </a:solidFill>
                <a:latin typeface="Aptos"/>
                <a:ea typeface="Aptos"/>
                <a:cs typeface="Aptos"/>
              </a:defRPr>
            </a:pPr>
            <a:r>
              <a:rPr lang="vi-VN" sz="2700" b="1" dirty="0">
                <a:solidFill>
                  <a:schemeClr val="tx2">
                    <a:lumMod val="75000"/>
                  </a:schemeClr>
                </a:solidFill>
                <a:latin typeface="Aptos"/>
                <a:ea typeface="Aptos"/>
                <a:cs typeface="Aptos"/>
              </a:rPr>
              <a:t>BẢN THÂN TÔI KHÔNG THẠO CÔNG NGHỆ.</a:t>
            </a:r>
          </a:p>
          <a:p>
            <a:pPr marL="24" indent="-12" algn="l">
              <a:lnSpc>
                <a:spcPct val="110000"/>
              </a:lnSpc>
              <a:spcAft>
                <a:spcPts val="7"/>
              </a:spcAft>
              <a:buNone/>
              <a:defRPr sz="2250" b="0">
                <a:solidFill>
                  <a:srgbClr val="061E4A"/>
                </a:solidFill>
                <a:latin typeface="Aptos"/>
                <a:ea typeface="Aptos"/>
                <a:cs typeface="Aptos"/>
              </a:defRPr>
            </a:pPr>
            <a:r>
              <a:rPr lang="vi-VN" sz="2700" b="1" dirty="0">
                <a:solidFill>
                  <a:schemeClr val="tx2">
                    <a:lumMod val="75000"/>
                  </a:schemeClr>
                </a:solidFill>
                <a:latin typeface="Aptos"/>
                <a:ea typeface="Aptos"/>
                <a:cs typeface="Aptos"/>
              </a:rPr>
              <a:t>KHÔNG BIẾT LÀM VIDEO</a:t>
            </a:r>
          </a:p>
          <a:p>
            <a:pPr marL="24" indent="-12" algn="l">
              <a:lnSpc>
                <a:spcPct val="110000"/>
              </a:lnSpc>
              <a:spcAft>
                <a:spcPts val="7"/>
              </a:spcAft>
              <a:buNone/>
              <a:defRPr sz="2250" b="0">
                <a:solidFill>
                  <a:srgbClr val="061E4A"/>
                </a:solidFill>
                <a:latin typeface="Aptos"/>
                <a:ea typeface="Aptos"/>
                <a:cs typeface="Aptos"/>
              </a:defRPr>
            </a:pPr>
            <a:r>
              <a:rPr lang="vi-VN" sz="2700" b="1" dirty="0">
                <a:solidFill>
                  <a:schemeClr val="tx2">
                    <a:lumMod val="75000"/>
                  </a:schemeClr>
                </a:solidFill>
                <a:latin typeface="Aptos"/>
                <a:ea typeface="Aptos"/>
                <a:cs typeface="Aptos"/>
              </a:rPr>
              <a:t>KHÔNG HIỂU KÊNH LÀ NHƯ THẾ NÀO</a:t>
            </a:r>
          </a:p>
        </p:txBody>
      </p:sp>
      <p:sp>
        <p:nvSpPr>
          <p:cNvPr id="5" name="icon-badge-notebook-pen">
            <a:extLst>
              <a:ext uri="{FF2B5EF4-FFF2-40B4-BE49-F238E27FC236}">
                <a16:creationId xmlns:a16="http://schemas.microsoft.com/office/drawing/2014/main" id="{8C71894E-FAD2-497F-9D03-9D923E831161}"/>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2916044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DD9A0514-F464-4BE8-8124-2B8A6481FFBB}"/>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75CF8450-DEF7-40AF-A045-37B358D60418}"/>
              </a:ext>
            </a:extLst>
          </p:cNvPr>
          <p:cNvSpPr>
            <a:spLocks noGrp="1"/>
          </p:cNvSpPr>
          <p:nvPr/>
        </p:nvSpPr>
        <p:spPr>
          <a:xfrm>
            <a:off x="685799" y="1619250"/>
            <a:ext cx="8812161" cy="3886200"/>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F1ACB2FC-1D10-45EF-ADB5-6F5C34D26149}"/>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vi-VN" sz="3700" b="1" dirty="0">
                <a:solidFill>
                  <a:srgbClr val="FFFFFF"/>
                </a:solidFill>
                <a:latin typeface="Aptos Display"/>
                <a:ea typeface="Aptos Display"/>
                <a:cs typeface="Aptos Display"/>
              </a:rPr>
              <a:t>KHI BƯỚC VÀO KINH DOANH</a:t>
            </a:r>
          </a:p>
        </p:txBody>
      </p:sp>
      <p:sp>
        <p:nvSpPr>
          <p:cNvPr id="4" name="body-copy">
            <a:extLst>
              <a:ext uri="{FF2B5EF4-FFF2-40B4-BE49-F238E27FC236}">
                <a16:creationId xmlns:a16="http://schemas.microsoft.com/office/drawing/2014/main" id="{3FFE0885-20C7-436F-AA1B-573E3A28D94F}"/>
              </a:ext>
            </a:extLst>
          </p:cNvPr>
          <p:cNvSpPr>
            <a:spLocks noGrp="1"/>
          </p:cNvSpPr>
          <p:nvPr/>
        </p:nvSpPr>
        <p:spPr>
          <a:xfrm>
            <a:off x="1028700" y="1943100"/>
            <a:ext cx="7372350" cy="3219450"/>
          </a:xfrm>
          <a:prstGeom prst="rect">
            <a:avLst/>
          </a:prstGeom>
          <a:noFill/>
          <a:ln w="0">
            <a:noFill/>
            <a:prstDash val="solid"/>
          </a:ln>
        </p:spPr>
        <p:txBody>
          <a:bodyPr lIns="57150" tIns="38100" rIns="57150" bIns="38100" anchor="ctr">
            <a:normAutofit/>
          </a:bodyPr>
          <a:lstStyle/>
          <a:p>
            <a:pPr marL="457212" indent="-457200" algn="l">
              <a:lnSpc>
                <a:spcPct val="110000"/>
              </a:lnSpc>
              <a:spcAft>
                <a:spcPts val="7"/>
              </a:spcAft>
              <a:buFont typeface="Arial" panose="020B0604020202020204" pitchFamily="34" charset="0"/>
              <a:buChar char="•"/>
              <a:defRPr sz="2250" b="0">
                <a:solidFill>
                  <a:srgbClr val="061E4A"/>
                </a:solidFill>
                <a:latin typeface="Aptos"/>
                <a:ea typeface="Aptos"/>
                <a:cs typeface="Aptos"/>
              </a:defRPr>
            </a:pPr>
            <a:r>
              <a:rPr lang="en-US" sz="2700" b="1" dirty="0">
                <a:solidFill>
                  <a:schemeClr val="tx2">
                    <a:lumMod val="75000"/>
                  </a:schemeClr>
                </a:solidFill>
                <a:latin typeface="Aptos"/>
                <a:ea typeface="Aptos"/>
                <a:cs typeface="Aptos"/>
              </a:rPr>
              <a:t>TÔI LÀ TỜ GIẤY TRẮNG</a:t>
            </a:r>
          </a:p>
          <a:p>
            <a:pPr marL="457212" indent="-457200" algn="l">
              <a:lnSpc>
                <a:spcPct val="110000"/>
              </a:lnSpc>
              <a:spcAft>
                <a:spcPts val="7"/>
              </a:spcAft>
              <a:buFont typeface="Arial" panose="020B0604020202020204" pitchFamily="34" charset="0"/>
              <a:buChar char="•"/>
              <a:defRPr sz="2250" b="0">
                <a:solidFill>
                  <a:srgbClr val="061E4A"/>
                </a:solidFill>
                <a:latin typeface="Aptos"/>
                <a:ea typeface="Aptos"/>
                <a:cs typeface="Aptos"/>
              </a:defRPr>
            </a:pPr>
            <a:r>
              <a:rPr lang="en-US" sz="2700" b="1" dirty="0">
                <a:solidFill>
                  <a:schemeClr val="tx2">
                    <a:lumMod val="75000"/>
                  </a:schemeClr>
                </a:solidFill>
                <a:latin typeface="Aptos"/>
                <a:ea typeface="Aptos"/>
                <a:cs typeface="Aptos"/>
              </a:rPr>
              <a:t>TRẢI QUA RẤT NHIỀU ĐAU ĐỚN CỦA KINH DOANH, CỦA XÂY DỰNG CỘNG ĐỒNG</a:t>
            </a:r>
          </a:p>
          <a:p>
            <a:pPr marL="24" indent="-12" algn="l">
              <a:lnSpc>
                <a:spcPct val="110000"/>
              </a:lnSpc>
              <a:spcAft>
                <a:spcPts val="7"/>
              </a:spcAft>
              <a:buNone/>
              <a:defRPr sz="2250" b="0">
                <a:solidFill>
                  <a:srgbClr val="061E4A"/>
                </a:solidFill>
                <a:latin typeface="Aptos"/>
                <a:ea typeface="Aptos"/>
                <a:cs typeface="Aptos"/>
              </a:defRPr>
            </a:pPr>
            <a:endParaRPr lang="en-US" sz="2700" b="1" dirty="0">
              <a:solidFill>
                <a:schemeClr val="tx2">
                  <a:lumMod val="75000"/>
                </a:schemeClr>
              </a:solidFill>
              <a:latin typeface="Aptos"/>
              <a:ea typeface="Aptos"/>
              <a:cs typeface="Aptos"/>
            </a:endParaRPr>
          </a:p>
        </p:txBody>
      </p:sp>
      <p:sp>
        <p:nvSpPr>
          <p:cNvPr id="5" name="icon-badge-route">
            <a:extLst>
              <a:ext uri="{FF2B5EF4-FFF2-40B4-BE49-F238E27FC236}">
                <a16:creationId xmlns:a16="http://schemas.microsoft.com/office/drawing/2014/main" id="{C9AB5B1C-6448-4013-AA67-2DD769B828A5}"/>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
        <p:nvSpPr>
          <p:cNvPr id="8" name="statement-copy">
            <a:extLst>
              <a:ext uri="{FF2B5EF4-FFF2-40B4-BE49-F238E27FC236}">
                <a16:creationId xmlns:a16="http://schemas.microsoft.com/office/drawing/2014/main" id="{9FEA0665-3365-ACC1-B5B7-C082000FE7FF}"/>
              </a:ext>
            </a:extLst>
          </p:cNvPr>
          <p:cNvSpPr>
            <a:spLocks noGrp="1"/>
          </p:cNvSpPr>
          <p:nvPr/>
        </p:nvSpPr>
        <p:spPr>
          <a:xfrm>
            <a:off x="998934" y="2978867"/>
            <a:ext cx="7968085" cy="3619500"/>
          </a:xfrm>
          <a:prstGeom prst="rect">
            <a:avLst/>
          </a:prstGeom>
          <a:noFill/>
          <a:ln w="0">
            <a:noFill/>
            <a:prstDash val="solid"/>
          </a:ln>
        </p:spPr>
        <p:txBody>
          <a:bodyPr lIns="57150" tIns="38100" rIns="57150" bIns="38100" anchor="ctr">
            <a:normAutofit/>
          </a:bodyPr>
          <a:lstStyle/>
          <a:p>
            <a:pPr marL="0" indent="0" algn="l">
              <a:lnSpc>
                <a:spcPct val="104000"/>
              </a:lnSpc>
              <a:spcAft>
                <a:spcPts val="4"/>
              </a:spcAft>
              <a:buNone/>
              <a:defRPr sz="4200" b="1">
                <a:solidFill>
                  <a:srgbClr val="FFFFFF"/>
                </a:solidFill>
                <a:latin typeface="Aptos Display"/>
                <a:ea typeface="Aptos Display"/>
                <a:cs typeface="Aptos Display"/>
              </a:defRPr>
            </a:pPr>
            <a:r>
              <a:rPr lang="en-US" sz="2700" b="1" dirty="0">
                <a:solidFill>
                  <a:schemeClr val="tx2">
                    <a:lumMod val="75000"/>
                  </a:schemeClr>
                </a:solidFill>
                <a:latin typeface="Aptos Display"/>
                <a:ea typeface="Aptos Display"/>
                <a:cs typeface="Aptos Display"/>
              </a:rPr>
              <a:t>-&gt; TÔI HIỂU CHỈ CÓ XÂY CỘNG ĐỒNG MỚI ĐEM LẠI              THU NHẬP BỀN VỮNG</a:t>
            </a:r>
          </a:p>
        </p:txBody>
      </p:sp>
    </p:spTree>
    <p:extLst>
      <p:ext uri="{BB962C8B-B14F-4D97-AF65-F5344CB8AC3E}">
        <p14:creationId xmlns:p14="http://schemas.microsoft.com/office/powerpoint/2010/main" val="10595591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2" name="hero-gold-accent">
            <a:extLst>
              <a:ext uri="{FF2B5EF4-FFF2-40B4-BE49-F238E27FC236}">
                <a16:creationId xmlns:a16="http://schemas.microsoft.com/office/drawing/2014/main" id="{3FE58F44-D10F-441E-9C51-AACE1FB2087F}"/>
              </a:ext>
            </a:extLst>
          </p:cNvPr>
          <p:cNvSpPr>
            <a:spLocks noGrp="1"/>
          </p:cNvSpPr>
          <p:nvPr/>
        </p:nvSpPr>
        <p:spPr>
          <a:xfrm>
            <a:off x="617768" y="790268"/>
            <a:ext cx="54909" cy="723900"/>
          </a:xfrm>
          <a:prstGeom prst="rect">
            <a:avLst/>
          </a:prstGeom>
          <a:solidFill>
            <a:srgbClr val="F4C76D"/>
          </a:solidFill>
          <a:ln w="0">
            <a:solidFill>
              <a:srgbClr val="F4C76D"/>
            </a:solidFill>
            <a:prstDash val="solid"/>
          </a:ln>
        </p:spPr>
        <p:txBody>
          <a:bodyPr/>
          <a:lstStyle/>
          <a:p>
            <a:endParaRPr lang="vi-VN"/>
          </a:p>
        </p:txBody>
      </p:sp>
      <p:sp>
        <p:nvSpPr>
          <p:cNvPr id="3" name="hero-title">
            <a:extLst>
              <a:ext uri="{FF2B5EF4-FFF2-40B4-BE49-F238E27FC236}">
                <a16:creationId xmlns:a16="http://schemas.microsoft.com/office/drawing/2014/main" id="{3DE8AA6E-25ED-41AA-9358-6E0F992DA34B}"/>
              </a:ext>
            </a:extLst>
          </p:cNvPr>
          <p:cNvSpPr>
            <a:spLocks noGrp="1"/>
          </p:cNvSpPr>
          <p:nvPr/>
        </p:nvSpPr>
        <p:spPr>
          <a:xfrm>
            <a:off x="933458" y="200946"/>
            <a:ext cx="6824194" cy="1524000"/>
          </a:xfrm>
          <a:prstGeom prst="rect">
            <a:avLst/>
          </a:prstGeom>
          <a:noFill/>
          <a:ln w="0">
            <a:noFill/>
            <a:prstDash val="solid"/>
          </a:ln>
        </p:spPr>
        <p:txBody>
          <a:bodyPr lIns="57150" tIns="38100" rIns="57150" bIns="38100" anchor="b">
            <a:normAutofit fontScale="93738"/>
          </a:bodyPr>
          <a:lstStyle/>
          <a:p>
            <a:pPr marL="0" indent="0" algn="l">
              <a:lnSpc>
                <a:spcPct val="102000"/>
              </a:lnSpc>
              <a:spcAft>
                <a:spcPts val="4"/>
              </a:spcAft>
              <a:buNone/>
              <a:defRPr sz="3600" b="1">
                <a:solidFill>
                  <a:srgbClr val="F4C76D"/>
                </a:solidFill>
                <a:latin typeface="Aptos Display"/>
                <a:ea typeface="Aptos Display"/>
                <a:cs typeface="Aptos Display"/>
              </a:defRPr>
            </a:pPr>
            <a:r>
              <a:rPr lang="vi-VN" sz="3600" b="1" dirty="0">
                <a:solidFill>
                  <a:srgbClr val="F4C76D"/>
                </a:solidFill>
                <a:latin typeface="Aptos Display"/>
                <a:ea typeface="Aptos Display"/>
                <a:cs typeface="Aptos Display"/>
              </a:rPr>
              <a:t>CÂU CHUYỆN XÂY ĐƯỜNG ỐNG DẪN NƯỚC PABLO VÀ BRUNO</a:t>
            </a:r>
          </a:p>
        </p:txBody>
      </p:sp>
      <p:sp>
        <p:nvSpPr>
          <p:cNvPr id="4" name="hero-body">
            <a:extLst>
              <a:ext uri="{FF2B5EF4-FFF2-40B4-BE49-F238E27FC236}">
                <a16:creationId xmlns:a16="http://schemas.microsoft.com/office/drawing/2014/main" id="{87713C3F-52EE-473B-A783-56A2EE6F3A5E}"/>
              </a:ext>
            </a:extLst>
          </p:cNvPr>
          <p:cNvSpPr>
            <a:spLocks noGrp="1"/>
          </p:cNvSpPr>
          <p:nvPr/>
        </p:nvSpPr>
        <p:spPr>
          <a:xfrm>
            <a:off x="672677" y="2101339"/>
            <a:ext cx="6391574" cy="553371"/>
          </a:xfrm>
          <a:prstGeom prst="rect">
            <a:avLst/>
          </a:prstGeom>
          <a:solidFill>
            <a:schemeClr val="tx2">
              <a:lumMod val="75000"/>
            </a:schemeClr>
          </a:solidFill>
          <a:ln w="0">
            <a:noFill/>
            <a:prstDash val="solid"/>
          </a:ln>
        </p:spPr>
        <p:txBody>
          <a:bodyPr lIns="57150" tIns="38100" rIns="57150" bIns="38100" anchor="t">
            <a:normAutofit/>
          </a:bodyPr>
          <a:lstStyle/>
          <a:p>
            <a:pPr marL="0" indent="0" algn="l">
              <a:lnSpc>
                <a:spcPct val="108000"/>
              </a:lnSpc>
              <a:spcAft>
                <a:spcPts val="4"/>
              </a:spcAft>
              <a:buNone/>
              <a:defRPr sz="2550" b="1">
                <a:solidFill>
                  <a:srgbClr val="FFFFFF"/>
                </a:solidFill>
                <a:latin typeface="Aptos"/>
                <a:ea typeface="Aptos"/>
                <a:cs typeface="Aptos"/>
              </a:defRPr>
            </a:pPr>
            <a:r>
              <a:rPr lang="en-US" sz="2300" b="1" dirty="0">
                <a:solidFill>
                  <a:srgbClr val="FFFFFF"/>
                </a:solidFill>
                <a:latin typeface="Aptos"/>
                <a:ea typeface="Aptos"/>
                <a:cs typeface="Aptos"/>
              </a:rPr>
              <a:t>SỰ KHÁC BIỆT GIỮA KIẾM TIỀN VÀ DÒNG TIỀN</a:t>
            </a:r>
          </a:p>
        </p:txBody>
      </p:sp>
    </p:spTree>
    <p:extLst>
      <p:ext uri="{BB962C8B-B14F-4D97-AF65-F5344CB8AC3E}">
        <p14:creationId xmlns:p14="http://schemas.microsoft.com/office/powerpoint/2010/main" val="25484811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6" name="statement-panel">
            <a:extLst>
              <a:ext uri="{FF2B5EF4-FFF2-40B4-BE49-F238E27FC236}">
                <a16:creationId xmlns:a16="http://schemas.microsoft.com/office/drawing/2014/main" id="{B0F94A12-3253-4363-821C-D893DCAD412C}"/>
              </a:ext>
            </a:extLst>
          </p:cNvPr>
          <p:cNvSpPr>
            <a:spLocks noGrp="1"/>
          </p:cNvSpPr>
          <p:nvPr/>
        </p:nvSpPr>
        <p:spPr>
          <a:xfrm>
            <a:off x="552450" y="2133600"/>
            <a:ext cx="7810500" cy="2241755"/>
          </a:xfrm>
          <a:prstGeom prst="roundRect">
            <a:avLst>
              <a:gd name="adj" fmla="val 5600"/>
            </a:avLst>
          </a:prstGeom>
          <a:solidFill>
            <a:srgbClr val="041A45">
              <a:alpha val="91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2" name="gold-accent">
            <a:extLst>
              <a:ext uri="{FF2B5EF4-FFF2-40B4-BE49-F238E27FC236}">
                <a16:creationId xmlns:a16="http://schemas.microsoft.com/office/drawing/2014/main" id="{42D17121-A997-4A8B-98A1-DD9406F82FE1}"/>
              </a:ext>
            </a:extLst>
          </p:cNvPr>
          <p:cNvSpPr>
            <a:spLocks noGrp="1"/>
          </p:cNvSpPr>
          <p:nvPr/>
        </p:nvSpPr>
        <p:spPr>
          <a:xfrm>
            <a:off x="902110" y="2933700"/>
            <a:ext cx="47625" cy="685800"/>
          </a:xfrm>
          <a:prstGeom prst="rect">
            <a:avLst/>
          </a:prstGeom>
          <a:solidFill>
            <a:srgbClr val="F4C76D"/>
          </a:solidFill>
          <a:ln w="0">
            <a:solidFill>
              <a:srgbClr val="F4C76D"/>
            </a:solidFill>
            <a:prstDash val="solid"/>
          </a:ln>
        </p:spPr>
        <p:txBody>
          <a:bodyPr/>
          <a:lstStyle/>
          <a:p>
            <a:endParaRPr lang="vi-VN"/>
          </a:p>
        </p:txBody>
      </p:sp>
      <p:sp>
        <p:nvSpPr>
          <p:cNvPr id="3" name="statement-copy">
            <a:extLst>
              <a:ext uri="{FF2B5EF4-FFF2-40B4-BE49-F238E27FC236}">
                <a16:creationId xmlns:a16="http://schemas.microsoft.com/office/drawing/2014/main" id="{32DC72AE-A22E-4514-8D8D-B19358F26841}"/>
              </a:ext>
            </a:extLst>
          </p:cNvPr>
          <p:cNvSpPr>
            <a:spLocks noGrp="1"/>
          </p:cNvSpPr>
          <p:nvPr/>
        </p:nvSpPr>
        <p:spPr>
          <a:xfrm>
            <a:off x="1295400" y="1466850"/>
            <a:ext cx="6610350" cy="3619500"/>
          </a:xfrm>
          <a:prstGeom prst="rect">
            <a:avLst/>
          </a:prstGeom>
          <a:noFill/>
          <a:ln w="0">
            <a:noFill/>
            <a:prstDash val="solid"/>
          </a:ln>
        </p:spPr>
        <p:txBody>
          <a:bodyPr lIns="57150" tIns="38100" rIns="57150" bIns="38100" anchor="ctr">
            <a:normAutofit/>
          </a:bodyPr>
          <a:lstStyle/>
          <a:p>
            <a:pPr marL="0" indent="0" algn="l">
              <a:lnSpc>
                <a:spcPct val="104000"/>
              </a:lnSpc>
              <a:spcAft>
                <a:spcPts val="4"/>
              </a:spcAft>
              <a:buNone/>
              <a:defRPr sz="3600" b="1">
                <a:solidFill>
                  <a:srgbClr val="FFFFFF"/>
                </a:solidFill>
                <a:latin typeface="Aptos Display"/>
                <a:ea typeface="Aptos Display"/>
                <a:cs typeface="Aptos Display"/>
              </a:defRPr>
            </a:pPr>
            <a:r>
              <a:rPr lang="vi-VN" sz="2700" b="1" dirty="0">
                <a:solidFill>
                  <a:srgbClr val="FFFFFF"/>
                </a:solidFill>
                <a:latin typeface="Aptos Display"/>
                <a:ea typeface="Aptos Display"/>
                <a:cs typeface="Aptos Display"/>
              </a:rPr>
              <a:t>NHƯNG RỒI TÔI CŨNG CHỨNG KIẾN NHỮNG NỖI ĐAU CỦA CÁC ANH CHỊ XÂY HỆ THỐNG, XÂY CỘNG ĐỒNG</a:t>
            </a:r>
          </a:p>
        </p:txBody>
      </p:sp>
      <p:sp>
        <p:nvSpPr>
          <p:cNvPr id="4" name="icon-badge-triangle-alert">
            <a:extLst>
              <a:ext uri="{FF2B5EF4-FFF2-40B4-BE49-F238E27FC236}">
                <a16:creationId xmlns:a16="http://schemas.microsoft.com/office/drawing/2014/main" id="{DBE16FD9-1B39-4035-A15E-B1E746EF4FFA}"/>
              </a:ext>
            </a:extLst>
          </p:cNvPr>
          <p:cNvSpPr>
            <a:spLocks noGrp="1"/>
          </p:cNvSpPr>
          <p:nvPr/>
        </p:nvSpPr>
        <p:spPr>
          <a:xfrm>
            <a:off x="9620250" y="2381250"/>
            <a:ext cx="1447800" cy="14478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0" name="Graphic 9"/>
          <p:cNvPicPr>
            <a:picLocks noChangeAspect="1"/>
          </p:cNvPicPr>
          <p:nvPr/>
        </p:nvPicPr>
        <p:blipFill>
          <a:blip>
            <a:extLst>
              <a:ext uri="{96DAC541-7B7A-43D3-8B79-37D633B846F1}">
                <asvg:svgBlip xmlns:asvg="http://schemas.microsoft.com/office/drawing/2016/SVG/main" r:embed="rId4"/>
              </a:ext>
            </a:extLst>
          </a:blip>
          <a:stretch/>
        </p:blipFill>
        <p:spPr>
          <a:xfrm>
            <a:off x="9953244" y="2714244"/>
            <a:ext cx="781812" cy="781812"/>
          </a:xfrm>
          <a:prstGeom prst="rect">
            <a:avLst/>
          </a:prstGeom>
        </p:spPr>
      </p:pic>
    </p:spTree>
    <p:extLst>
      <p:ext uri="{BB962C8B-B14F-4D97-AF65-F5344CB8AC3E}">
        <p14:creationId xmlns:p14="http://schemas.microsoft.com/office/powerpoint/2010/main" val="16138379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6" name="statement-panel">
            <a:extLst>
              <a:ext uri="{FF2B5EF4-FFF2-40B4-BE49-F238E27FC236}">
                <a16:creationId xmlns:a16="http://schemas.microsoft.com/office/drawing/2014/main" id="{45B3C1FB-90CA-462E-8AAF-2B0C21993132}"/>
              </a:ext>
            </a:extLst>
          </p:cNvPr>
          <p:cNvSpPr>
            <a:spLocks noGrp="1"/>
          </p:cNvSpPr>
          <p:nvPr/>
        </p:nvSpPr>
        <p:spPr>
          <a:xfrm>
            <a:off x="3894189" y="1812821"/>
            <a:ext cx="7620000" cy="2385554"/>
          </a:xfrm>
          <a:prstGeom prst="roundRect">
            <a:avLst>
              <a:gd name="adj" fmla="val 5600"/>
            </a:avLst>
          </a:prstGeom>
          <a:solidFill>
            <a:srgbClr val="041A45">
              <a:alpha val="91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2" name="gold-accent">
            <a:extLst>
              <a:ext uri="{FF2B5EF4-FFF2-40B4-BE49-F238E27FC236}">
                <a16:creationId xmlns:a16="http://schemas.microsoft.com/office/drawing/2014/main" id="{2F8F2ACE-CC20-4814-8881-22066E640780}"/>
              </a:ext>
            </a:extLst>
          </p:cNvPr>
          <p:cNvSpPr>
            <a:spLocks noGrp="1"/>
          </p:cNvSpPr>
          <p:nvPr/>
        </p:nvSpPr>
        <p:spPr>
          <a:xfrm>
            <a:off x="4218039" y="2743200"/>
            <a:ext cx="47625" cy="685800"/>
          </a:xfrm>
          <a:prstGeom prst="rect">
            <a:avLst/>
          </a:prstGeom>
          <a:solidFill>
            <a:srgbClr val="F4C76D"/>
          </a:solidFill>
          <a:ln w="0">
            <a:solidFill>
              <a:srgbClr val="F4C76D"/>
            </a:solidFill>
            <a:prstDash val="solid"/>
          </a:ln>
        </p:spPr>
        <p:txBody>
          <a:bodyPr/>
          <a:lstStyle/>
          <a:p>
            <a:endParaRPr lang="vi-VN"/>
          </a:p>
        </p:txBody>
      </p:sp>
      <p:sp>
        <p:nvSpPr>
          <p:cNvPr id="3" name="statement-copy">
            <a:extLst>
              <a:ext uri="{FF2B5EF4-FFF2-40B4-BE49-F238E27FC236}">
                <a16:creationId xmlns:a16="http://schemas.microsoft.com/office/drawing/2014/main" id="{DF69EDB8-226E-4B5F-97B2-204E93E0D15E}"/>
              </a:ext>
            </a:extLst>
          </p:cNvPr>
          <p:cNvSpPr>
            <a:spLocks noGrp="1"/>
          </p:cNvSpPr>
          <p:nvPr/>
        </p:nvSpPr>
        <p:spPr>
          <a:xfrm>
            <a:off x="4637139" y="1260372"/>
            <a:ext cx="6419850" cy="3619500"/>
          </a:xfrm>
          <a:prstGeom prst="rect">
            <a:avLst/>
          </a:prstGeom>
          <a:noFill/>
          <a:ln w="0">
            <a:noFill/>
            <a:prstDash val="solid"/>
          </a:ln>
        </p:spPr>
        <p:txBody>
          <a:bodyPr lIns="57150" tIns="38100" rIns="57150" bIns="38100" anchor="ctr">
            <a:normAutofit/>
          </a:bodyPr>
          <a:lstStyle/>
          <a:p>
            <a:pPr marL="0" indent="0" algn="l">
              <a:lnSpc>
                <a:spcPct val="104000"/>
              </a:lnSpc>
              <a:spcAft>
                <a:spcPts val="4"/>
              </a:spcAft>
              <a:buNone/>
              <a:defRPr sz="4950" b="1">
                <a:solidFill>
                  <a:srgbClr val="FFFFFF"/>
                </a:solidFill>
                <a:latin typeface="Aptos Display"/>
                <a:ea typeface="Aptos Display"/>
                <a:cs typeface="Aptos Display"/>
              </a:defRPr>
            </a:pPr>
            <a:r>
              <a:rPr lang="en-US" sz="4950" b="1" dirty="0">
                <a:solidFill>
                  <a:srgbClr val="FFFFFF"/>
                </a:solidFill>
                <a:latin typeface="Aptos Display"/>
                <a:ea typeface="Aptos Display"/>
                <a:cs typeface="Aptos Display"/>
              </a:rPr>
              <a:t>THỰC TẾ TRẢI NGHIỆM</a:t>
            </a:r>
          </a:p>
        </p:txBody>
      </p:sp>
      <p:sp>
        <p:nvSpPr>
          <p:cNvPr id="4" name="icon-badge-user-search">
            <a:extLst>
              <a:ext uri="{FF2B5EF4-FFF2-40B4-BE49-F238E27FC236}">
                <a16:creationId xmlns:a16="http://schemas.microsoft.com/office/drawing/2014/main" id="{84B39C54-EF20-4104-B040-E3A0D1BC7450}"/>
              </a:ext>
            </a:extLst>
          </p:cNvPr>
          <p:cNvSpPr>
            <a:spLocks noGrp="1"/>
          </p:cNvSpPr>
          <p:nvPr/>
        </p:nvSpPr>
        <p:spPr>
          <a:xfrm>
            <a:off x="1227189" y="2174772"/>
            <a:ext cx="1447800" cy="14478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0" name="Graphic 9"/>
          <p:cNvPicPr>
            <a:picLocks noChangeAspect="1"/>
          </p:cNvPicPr>
          <p:nvPr/>
        </p:nvPicPr>
        <p:blipFill>
          <a:blip>
            <a:extLst>
              <a:ext uri="{96DAC541-7B7A-43D3-8B79-37D633B846F1}">
                <asvg:svgBlip xmlns:asvg="http://schemas.microsoft.com/office/drawing/2016/SVG/main" r:embed="rId4"/>
              </a:ext>
            </a:extLst>
          </a:blip>
          <a:stretch/>
        </p:blipFill>
        <p:spPr>
          <a:xfrm>
            <a:off x="1560183" y="2507766"/>
            <a:ext cx="781812" cy="781812"/>
          </a:xfrm>
          <a:prstGeom prst="rect">
            <a:avLst/>
          </a:prstGeom>
        </p:spPr>
      </p:pic>
    </p:spTree>
    <p:extLst>
      <p:ext uri="{BB962C8B-B14F-4D97-AF65-F5344CB8AC3E}">
        <p14:creationId xmlns:p14="http://schemas.microsoft.com/office/powerpoint/2010/main" val="31395718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6" name="statement-panel">
            <a:extLst>
              <a:ext uri="{FF2B5EF4-FFF2-40B4-BE49-F238E27FC236}">
                <a16:creationId xmlns:a16="http://schemas.microsoft.com/office/drawing/2014/main" id="{62C466F1-84BA-4631-9143-A0DF6A4F5645}"/>
              </a:ext>
            </a:extLst>
          </p:cNvPr>
          <p:cNvSpPr>
            <a:spLocks noGrp="1"/>
          </p:cNvSpPr>
          <p:nvPr/>
        </p:nvSpPr>
        <p:spPr>
          <a:xfrm>
            <a:off x="552450" y="876300"/>
            <a:ext cx="7810500" cy="4762500"/>
          </a:xfrm>
          <a:prstGeom prst="roundRect">
            <a:avLst>
              <a:gd name="adj" fmla="val 5600"/>
            </a:avLst>
          </a:prstGeom>
          <a:solidFill>
            <a:srgbClr val="041A45">
              <a:alpha val="91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2" name="gold-accent">
            <a:extLst>
              <a:ext uri="{FF2B5EF4-FFF2-40B4-BE49-F238E27FC236}">
                <a16:creationId xmlns:a16="http://schemas.microsoft.com/office/drawing/2014/main" id="{D684D0AC-A6B8-474D-9D35-BA7FAFC42110}"/>
              </a:ext>
            </a:extLst>
          </p:cNvPr>
          <p:cNvSpPr>
            <a:spLocks noGrp="1"/>
          </p:cNvSpPr>
          <p:nvPr/>
        </p:nvSpPr>
        <p:spPr>
          <a:xfrm>
            <a:off x="789346" y="2419349"/>
            <a:ext cx="45719" cy="1661037"/>
          </a:xfrm>
          <a:prstGeom prst="rect">
            <a:avLst/>
          </a:prstGeom>
          <a:solidFill>
            <a:srgbClr val="F4C76D"/>
          </a:solidFill>
          <a:ln w="0">
            <a:solidFill>
              <a:srgbClr val="F4C76D"/>
            </a:solidFill>
            <a:prstDash val="solid"/>
          </a:ln>
        </p:spPr>
        <p:txBody>
          <a:bodyPr/>
          <a:lstStyle/>
          <a:p>
            <a:endParaRPr lang="vi-VN"/>
          </a:p>
        </p:txBody>
      </p:sp>
      <p:sp>
        <p:nvSpPr>
          <p:cNvPr id="3" name="statement-copy">
            <a:extLst>
              <a:ext uri="{FF2B5EF4-FFF2-40B4-BE49-F238E27FC236}">
                <a16:creationId xmlns:a16="http://schemas.microsoft.com/office/drawing/2014/main" id="{5BEE1B3A-21E1-409E-A2C6-753A67B2E432}"/>
              </a:ext>
            </a:extLst>
          </p:cNvPr>
          <p:cNvSpPr>
            <a:spLocks noGrp="1"/>
          </p:cNvSpPr>
          <p:nvPr/>
        </p:nvSpPr>
        <p:spPr>
          <a:xfrm>
            <a:off x="1295400" y="1466850"/>
            <a:ext cx="7067550" cy="3619500"/>
          </a:xfrm>
          <a:prstGeom prst="rect">
            <a:avLst/>
          </a:prstGeom>
          <a:noFill/>
          <a:ln w="0">
            <a:noFill/>
            <a:prstDash val="solid"/>
          </a:ln>
        </p:spPr>
        <p:txBody>
          <a:bodyPr lIns="57150" tIns="38100" rIns="57150" bIns="38100" anchor="ctr">
            <a:normAutofit/>
          </a:bodyPr>
          <a:lstStyle/>
          <a:p>
            <a:pPr marL="457200" indent="-457200" algn="l">
              <a:lnSpc>
                <a:spcPct val="150000"/>
              </a:lnSpc>
              <a:spcAft>
                <a:spcPts val="4"/>
              </a:spcAft>
              <a:buFont typeface="Arial" panose="020B0604020202020204" pitchFamily="34" charset="0"/>
              <a:buChar char="•"/>
              <a:defRPr sz="3000" b="1">
                <a:solidFill>
                  <a:srgbClr val="FFFFFF"/>
                </a:solidFill>
                <a:latin typeface="Aptos Display"/>
                <a:ea typeface="Aptos Display"/>
                <a:cs typeface="Aptos Display"/>
              </a:defRPr>
            </a:pPr>
            <a:r>
              <a:rPr lang="vi-VN" sz="2700" b="1" dirty="0">
                <a:solidFill>
                  <a:srgbClr val="FFFFFF"/>
                </a:solidFill>
                <a:latin typeface="Aptos Display"/>
                <a:ea typeface="Aptos Display"/>
                <a:cs typeface="Aptos Display"/>
              </a:rPr>
              <a:t>CÔNG TY CÓ SẢN PHẨM TỐT</a:t>
            </a:r>
          </a:p>
          <a:p>
            <a:pPr marL="457200" indent="-457200" algn="l">
              <a:lnSpc>
                <a:spcPct val="150000"/>
              </a:lnSpc>
              <a:spcAft>
                <a:spcPts val="4"/>
              </a:spcAft>
              <a:buFont typeface="Arial" panose="020B0604020202020204" pitchFamily="34" charset="0"/>
              <a:buChar char="•"/>
              <a:defRPr sz="3000" b="1">
                <a:solidFill>
                  <a:srgbClr val="FFFFFF"/>
                </a:solidFill>
                <a:latin typeface="Aptos Display"/>
                <a:ea typeface="Aptos Display"/>
                <a:cs typeface="Aptos Display"/>
              </a:defRPr>
            </a:pPr>
            <a:r>
              <a:rPr lang="vi-VN" sz="2700" b="1" dirty="0">
                <a:solidFill>
                  <a:srgbClr val="FFFFFF"/>
                </a:solidFill>
                <a:latin typeface="Aptos Display"/>
                <a:ea typeface="Aptos Display"/>
                <a:cs typeface="Aptos Display"/>
              </a:rPr>
              <a:t>CÔNG TY CÓ CHÍNH SÁCH TỐT</a:t>
            </a:r>
          </a:p>
          <a:p>
            <a:pPr marL="457200" indent="-457200" algn="l">
              <a:lnSpc>
                <a:spcPct val="150000"/>
              </a:lnSpc>
              <a:spcAft>
                <a:spcPts val="4"/>
              </a:spcAft>
              <a:buFont typeface="Arial" panose="020B0604020202020204" pitchFamily="34" charset="0"/>
              <a:buChar char="•"/>
              <a:defRPr sz="3000" b="1">
                <a:solidFill>
                  <a:srgbClr val="FFFFFF"/>
                </a:solidFill>
                <a:latin typeface="Aptos Display"/>
                <a:ea typeface="Aptos Display"/>
                <a:cs typeface="Aptos Display"/>
              </a:defRPr>
            </a:pPr>
            <a:r>
              <a:rPr lang="vi-VN" sz="2700" b="1" dirty="0">
                <a:solidFill>
                  <a:srgbClr val="FFFFFF"/>
                </a:solidFill>
                <a:latin typeface="Aptos Display"/>
                <a:ea typeface="Aptos Display"/>
                <a:cs typeface="Aptos Display"/>
              </a:rPr>
              <a:t>NHƯNG CÁCH LÀM VẪN VẬY, NÊN BẾ TẮC</a:t>
            </a:r>
          </a:p>
          <a:p>
            <a:pPr marL="0" indent="0" algn="l">
              <a:lnSpc>
                <a:spcPct val="150000"/>
              </a:lnSpc>
              <a:spcAft>
                <a:spcPts val="4"/>
              </a:spcAft>
              <a:buNone/>
              <a:defRPr sz="3000" b="1">
                <a:solidFill>
                  <a:srgbClr val="FFFFFF"/>
                </a:solidFill>
                <a:latin typeface="Aptos Display"/>
                <a:ea typeface="Aptos Display"/>
                <a:cs typeface="Aptos Display"/>
              </a:defRPr>
            </a:pPr>
            <a:r>
              <a:rPr lang="vi-VN" sz="2700" b="1" dirty="0">
                <a:solidFill>
                  <a:srgbClr val="FFFFFF"/>
                </a:solidFill>
                <a:latin typeface="Aptos Display"/>
                <a:ea typeface="Aptos Display"/>
                <a:cs typeface="Aptos Display"/>
              </a:rPr>
              <a:t>-&gt; VÌ MẤT HẾT MỐI QUAN HỆ</a:t>
            </a:r>
          </a:p>
        </p:txBody>
      </p:sp>
      <p:sp>
        <p:nvSpPr>
          <p:cNvPr id="4" name="icon-badge-circle-alert">
            <a:extLst>
              <a:ext uri="{FF2B5EF4-FFF2-40B4-BE49-F238E27FC236}">
                <a16:creationId xmlns:a16="http://schemas.microsoft.com/office/drawing/2014/main" id="{7B57A968-8246-47FE-9B9C-87A13BC1F823}"/>
              </a:ext>
            </a:extLst>
          </p:cNvPr>
          <p:cNvSpPr>
            <a:spLocks noGrp="1"/>
          </p:cNvSpPr>
          <p:nvPr/>
        </p:nvSpPr>
        <p:spPr>
          <a:xfrm>
            <a:off x="9620250" y="2381250"/>
            <a:ext cx="1447800" cy="14478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0" name="Graphic 9"/>
          <p:cNvPicPr>
            <a:picLocks noChangeAspect="1"/>
          </p:cNvPicPr>
          <p:nvPr/>
        </p:nvPicPr>
        <p:blipFill>
          <a:blip>
            <a:extLst>
              <a:ext uri="{96DAC541-7B7A-43D3-8B79-37D633B846F1}">
                <asvg:svgBlip xmlns:asvg="http://schemas.microsoft.com/office/drawing/2016/SVG/main" r:embed="rId4"/>
              </a:ext>
            </a:extLst>
          </a:blip>
          <a:stretch/>
        </p:blipFill>
        <p:spPr>
          <a:xfrm>
            <a:off x="9953244" y="2714244"/>
            <a:ext cx="781812" cy="781812"/>
          </a:xfrm>
          <a:prstGeom prst="rect">
            <a:avLst/>
          </a:prstGeom>
        </p:spPr>
      </p:pic>
    </p:spTree>
    <p:extLst>
      <p:ext uri="{BB962C8B-B14F-4D97-AF65-F5344CB8AC3E}">
        <p14:creationId xmlns:p14="http://schemas.microsoft.com/office/powerpoint/2010/main" val="26606781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6" name="statement-panel">
            <a:extLst>
              <a:ext uri="{FF2B5EF4-FFF2-40B4-BE49-F238E27FC236}">
                <a16:creationId xmlns:a16="http://schemas.microsoft.com/office/drawing/2014/main" id="{75BC7711-BC22-478B-9CE0-ED1FBFE895F8}"/>
              </a:ext>
            </a:extLst>
          </p:cNvPr>
          <p:cNvSpPr>
            <a:spLocks noGrp="1"/>
          </p:cNvSpPr>
          <p:nvPr/>
        </p:nvSpPr>
        <p:spPr>
          <a:xfrm>
            <a:off x="623887" y="1929580"/>
            <a:ext cx="7810500" cy="2534266"/>
          </a:xfrm>
          <a:prstGeom prst="roundRect">
            <a:avLst>
              <a:gd name="adj" fmla="val 5600"/>
            </a:avLst>
          </a:prstGeom>
          <a:solidFill>
            <a:srgbClr val="041A45">
              <a:alpha val="91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2" name="gold-accent">
            <a:extLst>
              <a:ext uri="{FF2B5EF4-FFF2-40B4-BE49-F238E27FC236}">
                <a16:creationId xmlns:a16="http://schemas.microsoft.com/office/drawing/2014/main" id="{F3C3BC52-B210-4660-8998-A925A676F533}"/>
              </a:ext>
            </a:extLst>
          </p:cNvPr>
          <p:cNvSpPr>
            <a:spLocks noGrp="1"/>
          </p:cNvSpPr>
          <p:nvPr/>
        </p:nvSpPr>
        <p:spPr>
          <a:xfrm>
            <a:off x="976312" y="2672531"/>
            <a:ext cx="47625" cy="1066800"/>
          </a:xfrm>
          <a:prstGeom prst="rect">
            <a:avLst/>
          </a:prstGeom>
          <a:solidFill>
            <a:srgbClr val="F4C76D"/>
          </a:solidFill>
          <a:ln w="0">
            <a:solidFill>
              <a:srgbClr val="F4C76D"/>
            </a:solidFill>
            <a:prstDash val="solid"/>
          </a:ln>
        </p:spPr>
        <p:txBody>
          <a:bodyPr/>
          <a:lstStyle/>
          <a:p>
            <a:endParaRPr lang="vi-VN"/>
          </a:p>
        </p:txBody>
      </p:sp>
      <p:sp>
        <p:nvSpPr>
          <p:cNvPr id="3" name="statement-copy">
            <a:extLst>
              <a:ext uri="{FF2B5EF4-FFF2-40B4-BE49-F238E27FC236}">
                <a16:creationId xmlns:a16="http://schemas.microsoft.com/office/drawing/2014/main" id="{1654057B-265F-478A-B017-31823B38BBF2}"/>
              </a:ext>
            </a:extLst>
          </p:cNvPr>
          <p:cNvSpPr>
            <a:spLocks noGrp="1"/>
          </p:cNvSpPr>
          <p:nvPr/>
        </p:nvSpPr>
        <p:spPr>
          <a:xfrm>
            <a:off x="1366837" y="1377131"/>
            <a:ext cx="6610350" cy="3619500"/>
          </a:xfrm>
          <a:prstGeom prst="rect">
            <a:avLst/>
          </a:prstGeom>
          <a:noFill/>
          <a:ln w="0">
            <a:noFill/>
            <a:prstDash val="solid"/>
          </a:ln>
        </p:spPr>
        <p:txBody>
          <a:bodyPr lIns="57150" tIns="38100" rIns="57150" bIns="38100" anchor="ctr">
            <a:normAutofit/>
          </a:bodyPr>
          <a:lstStyle/>
          <a:p>
            <a:pPr marL="0" indent="0" algn="l">
              <a:lnSpc>
                <a:spcPct val="104000"/>
              </a:lnSpc>
              <a:spcAft>
                <a:spcPts val="4"/>
              </a:spcAft>
              <a:buNone/>
              <a:defRPr sz="3600" b="1">
                <a:solidFill>
                  <a:srgbClr val="FFFFFF"/>
                </a:solidFill>
                <a:latin typeface="Aptos Display"/>
                <a:ea typeface="Aptos Display"/>
                <a:cs typeface="Aptos Display"/>
              </a:defRPr>
            </a:pPr>
            <a:r>
              <a:rPr lang="vi-VN" sz="2600" b="1" dirty="0">
                <a:solidFill>
                  <a:srgbClr val="FFFFFF"/>
                </a:solidFill>
                <a:latin typeface="Aptos Display"/>
                <a:ea typeface="Aptos Display"/>
                <a:cs typeface="Aptos Display"/>
              </a:rPr>
              <a:t>CHÚNG TA KHÔNG THỂ ĐEM CÁCH LÀM CỦA 100 NĂM VỀ TRƯỚC ÁP DỤNG Y NGUYÊN TRONG THỜI ĐẠI NGÀY NAY</a:t>
            </a:r>
          </a:p>
        </p:txBody>
      </p:sp>
      <p:sp>
        <p:nvSpPr>
          <p:cNvPr id="4" name="icon-badge-timer">
            <a:extLst>
              <a:ext uri="{FF2B5EF4-FFF2-40B4-BE49-F238E27FC236}">
                <a16:creationId xmlns:a16="http://schemas.microsoft.com/office/drawing/2014/main" id="{672E4A64-19D9-4160-BD69-E0E66429DAF8}"/>
              </a:ext>
            </a:extLst>
          </p:cNvPr>
          <p:cNvSpPr>
            <a:spLocks noGrp="1"/>
          </p:cNvSpPr>
          <p:nvPr/>
        </p:nvSpPr>
        <p:spPr>
          <a:xfrm>
            <a:off x="9691687" y="2291531"/>
            <a:ext cx="1447800" cy="14478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0" name="Graphic 9"/>
          <p:cNvPicPr>
            <a:picLocks noChangeAspect="1"/>
          </p:cNvPicPr>
          <p:nvPr/>
        </p:nvPicPr>
        <p:blipFill>
          <a:blip>
            <a:extLst>
              <a:ext uri="{96DAC541-7B7A-43D3-8B79-37D633B846F1}">
                <asvg:svgBlip xmlns:asvg="http://schemas.microsoft.com/office/drawing/2016/SVG/main" r:embed="rId4"/>
              </a:ext>
            </a:extLst>
          </a:blip>
          <a:stretch/>
        </p:blipFill>
        <p:spPr>
          <a:xfrm>
            <a:off x="10024681" y="2624525"/>
            <a:ext cx="781812" cy="781812"/>
          </a:xfrm>
          <a:prstGeom prst="rect">
            <a:avLst/>
          </a:prstGeom>
        </p:spPr>
      </p:pic>
    </p:spTree>
    <p:extLst>
      <p:ext uri="{BB962C8B-B14F-4D97-AF65-F5344CB8AC3E}">
        <p14:creationId xmlns:p14="http://schemas.microsoft.com/office/powerpoint/2010/main" val="14219308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EC21C3F5-A353-4CA2-9D2F-CA9EEC1A795E}"/>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3B507950-5A34-47F7-A03E-2C53FAC03E83}"/>
              </a:ext>
            </a:extLst>
          </p:cNvPr>
          <p:cNvSpPr>
            <a:spLocks noGrp="1"/>
          </p:cNvSpPr>
          <p:nvPr/>
        </p:nvSpPr>
        <p:spPr>
          <a:xfrm>
            <a:off x="685800" y="2671762"/>
            <a:ext cx="8058150" cy="1801913"/>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CA52A8D1-4CD7-45E7-B036-F64060A25DC0}"/>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600" b="1">
                <a:solidFill>
                  <a:srgbClr val="FFFFFF"/>
                </a:solidFill>
                <a:latin typeface="Aptos Display"/>
                <a:ea typeface="Aptos Display"/>
                <a:cs typeface="Aptos Display"/>
              </a:defRPr>
            </a:pPr>
            <a:r>
              <a:rPr lang="en-US" sz="3600" b="1" dirty="0">
                <a:solidFill>
                  <a:srgbClr val="FFFFFF"/>
                </a:solidFill>
                <a:latin typeface="Aptos Display"/>
                <a:ea typeface="Aptos Display"/>
                <a:cs typeface="Aptos Display"/>
              </a:rPr>
              <a:t>SỰ KẾT HỢP O2O LÀ SỰ KẾT HỢP HOÀN HẢO</a:t>
            </a:r>
          </a:p>
        </p:txBody>
      </p:sp>
      <p:sp>
        <p:nvSpPr>
          <p:cNvPr id="4" name="body-copy">
            <a:extLst>
              <a:ext uri="{FF2B5EF4-FFF2-40B4-BE49-F238E27FC236}">
                <a16:creationId xmlns:a16="http://schemas.microsoft.com/office/drawing/2014/main" id="{AF463536-8435-47F7-A5C2-3B3BE25CC43F}"/>
              </a:ext>
            </a:extLst>
          </p:cNvPr>
          <p:cNvSpPr>
            <a:spLocks noGrp="1"/>
          </p:cNvSpPr>
          <p:nvPr/>
        </p:nvSpPr>
        <p:spPr>
          <a:xfrm>
            <a:off x="1028700" y="1943100"/>
            <a:ext cx="7372350" cy="3219450"/>
          </a:xfrm>
          <a:prstGeom prst="rect">
            <a:avLst/>
          </a:prstGeom>
          <a:noFill/>
          <a:ln w="0">
            <a:noFill/>
            <a:prstDash val="solid"/>
          </a:ln>
        </p:spPr>
        <p:txBody>
          <a:bodyPr lIns="57150" tIns="38100" rIns="57150" bIns="38100" anchor="ctr">
            <a:normAutofit/>
          </a:bodyPr>
          <a:lstStyle/>
          <a:p>
            <a:pPr marL="0" indent="0" algn="l">
              <a:lnSpc>
                <a:spcPct val="110000"/>
              </a:lnSpc>
              <a:spcAft>
                <a:spcPts val="4"/>
              </a:spcAft>
              <a:buNone/>
              <a:defRPr sz="2550" b="1">
                <a:solidFill>
                  <a:srgbClr val="061E4A"/>
                </a:solidFill>
                <a:latin typeface="Aptos"/>
                <a:ea typeface="Aptos"/>
                <a:cs typeface="Aptos"/>
              </a:defRPr>
            </a:pPr>
            <a:r>
              <a:rPr lang="vi-VN" sz="2800" b="1" dirty="0">
                <a:solidFill>
                  <a:srgbClr val="061E4A"/>
                </a:solidFill>
                <a:latin typeface="Aptos"/>
                <a:ea typeface="Aptos"/>
                <a:cs typeface="Aptos"/>
              </a:rPr>
              <a:t>NHƯNG PHẢI LÀM THẾ NÀO?</a:t>
            </a:r>
          </a:p>
        </p:txBody>
      </p:sp>
      <p:sp>
        <p:nvSpPr>
          <p:cNvPr id="5" name="icon-badge-earth">
            <a:extLst>
              <a:ext uri="{FF2B5EF4-FFF2-40B4-BE49-F238E27FC236}">
                <a16:creationId xmlns:a16="http://schemas.microsoft.com/office/drawing/2014/main" id="{1F8645D7-471A-4F0E-9E45-F36CCD1ABC7C}"/>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16223917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3B395D3D-7DE4-43CD-986B-6C3A05A80789}"/>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111C7487-3675-41F3-AA30-A6CF5FC91F6F}"/>
              </a:ext>
            </a:extLst>
          </p:cNvPr>
          <p:cNvSpPr>
            <a:spLocks noGrp="1"/>
          </p:cNvSpPr>
          <p:nvPr/>
        </p:nvSpPr>
        <p:spPr>
          <a:xfrm>
            <a:off x="685800" y="2576054"/>
            <a:ext cx="8058150" cy="1868127"/>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D02A98CC-D485-4495-AEF4-FC72950DA054}"/>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en-US" sz="3900" b="1" dirty="0">
                <a:solidFill>
                  <a:srgbClr val="FFFFFF"/>
                </a:solidFill>
                <a:latin typeface="Aptos Display"/>
                <a:ea typeface="Aptos Display"/>
                <a:cs typeface="Aptos Display"/>
              </a:rPr>
              <a:t>TRONG KHI ĐÓ</a:t>
            </a:r>
          </a:p>
        </p:txBody>
      </p:sp>
      <p:sp>
        <p:nvSpPr>
          <p:cNvPr id="4" name="body-copy">
            <a:extLst>
              <a:ext uri="{FF2B5EF4-FFF2-40B4-BE49-F238E27FC236}">
                <a16:creationId xmlns:a16="http://schemas.microsoft.com/office/drawing/2014/main" id="{4B759ACA-269D-4B0F-8AFF-EEB33F164823}"/>
              </a:ext>
            </a:extLst>
          </p:cNvPr>
          <p:cNvSpPr>
            <a:spLocks noGrp="1"/>
          </p:cNvSpPr>
          <p:nvPr/>
        </p:nvSpPr>
        <p:spPr>
          <a:xfrm>
            <a:off x="1028700" y="1943100"/>
            <a:ext cx="7372350" cy="3219450"/>
          </a:xfrm>
          <a:prstGeom prst="rect">
            <a:avLst/>
          </a:prstGeom>
          <a:noFill/>
          <a:ln w="0">
            <a:noFill/>
            <a:prstDash val="solid"/>
          </a:ln>
        </p:spPr>
        <p:txBody>
          <a:bodyPr lIns="57150" tIns="38100" rIns="57150" bIns="38100" anchor="ctr">
            <a:normAutofit/>
          </a:bodyPr>
          <a:lstStyle/>
          <a:p>
            <a:pPr marL="0" indent="0" algn="l">
              <a:lnSpc>
                <a:spcPct val="110000"/>
              </a:lnSpc>
              <a:spcAft>
                <a:spcPts val="4"/>
              </a:spcAft>
              <a:buNone/>
              <a:defRPr sz="2550" b="1">
                <a:solidFill>
                  <a:srgbClr val="061E4A"/>
                </a:solidFill>
                <a:latin typeface="Aptos"/>
                <a:ea typeface="Aptos"/>
                <a:cs typeface="Aptos"/>
              </a:defRPr>
            </a:pPr>
            <a:r>
              <a:rPr lang="en-US" sz="2550" b="1" dirty="0">
                <a:solidFill>
                  <a:srgbClr val="061E4A"/>
                </a:solidFill>
                <a:latin typeface="Aptos"/>
                <a:ea typeface="Aptos"/>
                <a:cs typeface="Aptos"/>
              </a:rPr>
              <a:t>CHÚNG TA RẤT CẦN DÒNG TIỀN TỪ CỘNG ĐỒNG</a:t>
            </a:r>
          </a:p>
        </p:txBody>
      </p:sp>
      <p:sp>
        <p:nvSpPr>
          <p:cNvPr id="5" name="icon-badge-circle-dollar-sign">
            <a:extLst>
              <a:ext uri="{FF2B5EF4-FFF2-40B4-BE49-F238E27FC236}">
                <a16:creationId xmlns:a16="http://schemas.microsoft.com/office/drawing/2014/main" id="{5922D879-3C8B-4A82-B883-BD9FA8D00C65}"/>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1211697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6" name="statement-panel">
            <a:extLst>
              <a:ext uri="{FF2B5EF4-FFF2-40B4-BE49-F238E27FC236}">
                <a16:creationId xmlns:a16="http://schemas.microsoft.com/office/drawing/2014/main" id="{201BC74B-8CA9-4EF6-90D3-F132E68FFFD7}"/>
              </a:ext>
            </a:extLst>
          </p:cNvPr>
          <p:cNvSpPr>
            <a:spLocks noGrp="1"/>
          </p:cNvSpPr>
          <p:nvPr/>
        </p:nvSpPr>
        <p:spPr>
          <a:xfrm>
            <a:off x="690102" y="699319"/>
            <a:ext cx="7810500" cy="4762500"/>
          </a:xfrm>
          <a:prstGeom prst="roundRect">
            <a:avLst>
              <a:gd name="adj" fmla="val 5600"/>
            </a:avLst>
          </a:prstGeom>
          <a:solidFill>
            <a:srgbClr val="041A45">
              <a:alpha val="91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2" name="gold-accent">
            <a:extLst>
              <a:ext uri="{FF2B5EF4-FFF2-40B4-BE49-F238E27FC236}">
                <a16:creationId xmlns:a16="http://schemas.microsoft.com/office/drawing/2014/main" id="{C6235D55-4D90-4036-9BC7-4A85830D1411}"/>
              </a:ext>
            </a:extLst>
          </p:cNvPr>
          <p:cNvSpPr>
            <a:spLocks noGrp="1"/>
          </p:cNvSpPr>
          <p:nvPr/>
        </p:nvSpPr>
        <p:spPr>
          <a:xfrm flipH="1">
            <a:off x="975852" y="1763046"/>
            <a:ext cx="66675" cy="2671301"/>
          </a:xfrm>
          <a:prstGeom prst="rect">
            <a:avLst/>
          </a:prstGeom>
          <a:solidFill>
            <a:srgbClr val="F4C76D"/>
          </a:solidFill>
          <a:ln w="0">
            <a:solidFill>
              <a:srgbClr val="F4C76D"/>
            </a:solidFill>
            <a:prstDash val="solid"/>
          </a:ln>
        </p:spPr>
        <p:txBody>
          <a:bodyPr/>
          <a:lstStyle/>
          <a:p>
            <a:endParaRPr lang="vi-VN"/>
          </a:p>
        </p:txBody>
      </p:sp>
      <p:sp>
        <p:nvSpPr>
          <p:cNvPr id="3" name="statement-copy">
            <a:extLst>
              <a:ext uri="{FF2B5EF4-FFF2-40B4-BE49-F238E27FC236}">
                <a16:creationId xmlns:a16="http://schemas.microsoft.com/office/drawing/2014/main" id="{0D24C281-AD55-4DDC-81C4-D6A43A77A144}"/>
              </a:ext>
            </a:extLst>
          </p:cNvPr>
          <p:cNvSpPr>
            <a:spLocks noGrp="1"/>
          </p:cNvSpPr>
          <p:nvPr/>
        </p:nvSpPr>
        <p:spPr>
          <a:xfrm>
            <a:off x="1433051" y="1289869"/>
            <a:ext cx="7000875" cy="3619500"/>
          </a:xfrm>
          <a:prstGeom prst="rect">
            <a:avLst/>
          </a:prstGeom>
          <a:noFill/>
          <a:ln w="0">
            <a:noFill/>
            <a:prstDash val="solid"/>
          </a:ln>
        </p:spPr>
        <p:txBody>
          <a:bodyPr lIns="57150" tIns="38100" rIns="57150" bIns="38100" anchor="ctr">
            <a:normAutofit/>
          </a:bodyPr>
          <a:lstStyle/>
          <a:p>
            <a:pPr marL="0" indent="0" algn="l">
              <a:lnSpc>
                <a:spcPct val="104000"/>
              </a:lnSpc>
              <a:spcAft>
                <a:spcPts val="4"/>
              </a:spcAft>
              <a:buNone/>
              <a:defRPr sz="2550" b="1">
                <a:solidFill>
                  <a:srgbClr val="FFFFFF"/>
                </a:solidFill>
                <a:latin typeface="Aptos Display"/>
                <a:ea typeface="Aptos Display"/>
                <a:cs typeface="Aptos Display"/>
              </a:defRPr>
            </a:pPr>
            <a:r>
              <a:rPr lang="vi-VN" sz="2550" b="1" dirty="0">
                <a:solidFill>
                  <a:srgbClr val="FFFFFF"/>
                </a:solidFill>
                <a:latin typeface="Aptos Display"/>
                <a:ea typeface="Aptos Display"/>
                <a:cs typeface="Aptos Display"/>
              </a:rPr>
              <a:t>TRONG SUỐT HƠN 10 NĂM ĐỒNG HÀNH CÙNG VIỆC XÂY DỰNG CỘNG ĐỒNG, </a:t>
            </a:r>
            <a:endParaRPr lang="en-US" sz="2550" b="1" dirty="0">
              <a:solidFill>
                <a:srgbClr val="FFFFFF"/>
              </a:solidFill>
              <a:latin typeface="Aptos Display"/>
              <a:ea typeface="Aptos Display"/>
              <a:cs typeface="Aptos Display"/>
            </a:endParaRPr>
          </a:p>
          <a:p>
            <a:pPr marL="0" indent="0" algn="l">
              <a:lnSpc>
                <a:spcPct val="104000"/>
              </a:lnSpc>
              <a:spcAft>
                <a:spcPts val="4"/>
              </a:spcAft>
              <a:buNone/>
              <a:defRPr sz="2550" b="1">
                <a:solidFill>
                  <a:srgbClr val="FFFFFF"/>
                </a:solidFill>
                <a:latin typeface="Aptos Display"/>
                <a:ea typeface="Aptos Display"/>
                <a:cs typeface="Aptos Display"/>
              </a:defRPr>
            </a:pPr>
            <a:r>
              <a:rPr lang="vi-VN" sz="2550" b="1" dirty="0">
                <a:solidFill>
                  <a:srgbClr val="FFFFFF"/>
                </a:solidFill>
                <a:latin typeface="Aptos Display"/>
                <a:ea typeface="Aptos Display"/>
                <a:cs typeface="Aptos Display"/>
              </a:rPr>
              <a:t>TÔI VÔ CÙNG MAY MẮN ĐƯỢC TIẾP CẬN VỚI HỆ THỐNG MARKETING ĐỈNH CAO TRÊN THẾ GIỚI VỚI NHỮNG CHƯƠNG TRÌNH ĐÀO TẠO CHUYÊN SÂU TIỀN TỶ CỦA CÁC BẬC THẦY VỀ MARKETING</a:t>
            </a:r>
          </a:p>
        </p:txBody>
      </p:sp>
      <p:sp>
        <p:nvSpPr>
          <p:cNvPr id="4" name="icon-badge-graduation-cap">
            <a:extLst>
              <a:ext uri="{FF2B5EF4-FFF2-40B4-BE49-F238E27FC236}">
                <a16:creationId xmlns:a16="http://schemas.microsoft.com/office/drawing/2014/main" id="{1D1382E7-2FD4-42C1-9ED3-1F01B5F47F51}"/>
              </a:ext>
            </a:extLst>
          </p:cNvPr>
          <p:cNvSpPr>
            <a:spLocks noGrp="1"/>
          </p:cNvSpPr>
          <p:nvPr/>
        </p:nvSpPr>
        <p:spPr>
          <a:xfrm>
            <a:off x="9757902" y="2204269"/>
            <a:ext cx="1447800" cy="14478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0" name="Graphic 9"/>
          <p:cNvPicPr>
            <a:picLocks noChangeAspect="1"/>
          </p:cNvPicPr>
          <p:nvPr/>
        </p:nvPicPr>
        <p:blipFill>
          <a:blip>
            <a:extLst>
              <a:ext uri="{96DAC541-7B7A-43D3-8B79-37D633B846F1}">
                <asvg:svgBlip xmlns:asvg="http://schemas.microsoft.com/office/drawing/2016/SVG/main" r:embed="rId4"/>
              </a:ext>
            </a:extLst>
          </a:blip>
          <a:stretch/>
        </p:blipFill>
        <p:spPr>
          <a:xfrm>
            <a:off x="10090896" y="2537263"/>
            <a:ext cx="781812" cy="781812"/>
          </a:xfrm>
          <a:prstGeom prst="rect">
            <a:avLst/>
          </a:prstGeom>
        </p:spPr>
      </p:pic>
    </p:spTree>
    <p:extLst>
      <p:ext uri="{BB962C8B-B14F-4D97-AF65-F5344CB8AC3E}">
        <p14:creationId xmlns:p14="http://schemas.microsoft.com/office/powerpoint/2010/main" val="39604507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6" name="statement-panel">
            <a:extLst>
              <a:ext uri="{FF2B5EF4-FFF2-40B4-BE49-F238E27FC236}">
                <a16:creationId xmlns:a16="http://schemas.microsoft.com/office/drawing/2014/main" id="{4DD26D28-09CA-4095-A40C-1AD75A1EB1DE}"/>
              </a:ext>
            </a:extLst>
          </p:cNvPr>
          <p:cNvSpPr>
            <a:spLocks noGrp="1"/>
          </p:cNvSpPr>
          <p:nvPr/>
        </p:nvSpPr>
        <p:spPr>
          <a:xfrm>
            <a:off x="552450" y="876300"/>
            <a:ext cx="7810500" cy="4762500"/>
          </a:xfrm>
          <a:prstGeom prst="roundRect">
            <a:avLst>
              <a:gd name="adj" fmla="val 5600"/>
            </a:avLst>
          </a:prstGeom>
          <a:solidFill>
            <a:srgbClr val="041A45">
              <a:alpha val="91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2" name="gold-accent">
            <a:extLst>
              <a:ext uri="{FF2B5EF4-FFF2-40B4-BE49-F238E27FC236}">
                <a16:creationId xmlns:a16="http://schemas.microsoft.com/office/drawing/2014/main" id="{E8165A0D-D55D-4E35-8D34-C74845A73A84}"/>
              </a:ext>
            </a:extLst>
          </p:cNvPr>
          <p:cNvSpPr>
            <a:spLocks noGrp="1"/>
          </p:cNvSpPr>
          <p:nvPr/>
        </p:nvSpPr>
        <p:spPr>
          <a:xfrm>
            <a:off x="838200" y="2571750"/>
            <a:ext cx="45719" cy="1538134"/>
          </a:xfrm>
          <a:prstGeom prst="rect">
            <a:avLst/>
          </a:prstGeom>
          <a:solidFill>
            <a:srgbClr val="F4C76D"/>
          </a:solidFill>
          <a:ln w="0">
            <a:solidFill>
              <a:srgbClr val="F4C76D"/>
            </a:solidFill>
            <a:prstDash val="solid"/>
          </a:ln>
        </p:spPr>
        <p:txBody>
          <a:bodyPr/>
          <a:lstStyle/>
          <a:p>
            <a:endParaRPr lang="vi-VN"/>
          </a:p>
        </p:txBody>
      </p:sp>
      <p:sp>
        <p:nvSpPr>
          <p:cNvPr id="3" name="statement-copy">
            <a:extLst>
              <a:ext uri="{FF2B5EF4-FFF2-40B4-BE49-F238E27FC236}">
                <a16:creationId xmlns:a16="http://schemas.microsoft.com/office/drawing/2014/main" id="{940CCB59-A6D6-4F91-8F89-F4CE8D4FA9E9}"/>
              </a:ext>
            </a:extLst>
          </p:cNvPr>
          <p:cNvSpPr>
            <a:spLocks noGrp="1"/>
          </p:cNvSpPr>
          <p:nvPr/>
        </p:nvSpPr>
        <p:spPr>
          <a:xfrm>
            <a:off x="1295400" y="1466850"/>
            <a:ext cx="6610350" cy="3619500"/>
          </a:xfrm>
          <a:prstGeom prst="rect">
            <a:avLst/>
          </a:prstGeom>
          <a:noFill/>
          <a:ln w="0">
            <a:noFill/>
            <a:prstDash val="solid"/>
          </a:ln>
        </p:spPr>
        <p:txBody>
          <a:bodyPr lIns="57150" tIns="38100" rIns="57150" bIns="38100" anchor="ctr">
            <a:normAutofit/>
          </a:bodyPr>
          <a:lstStyle/>
          <a:p>
            <a:pPr marL="0" indent="0" algn="l">
              <a:lnSpc>
                <a:spcPct val="104000"/>
              </a:lnSpc>
              <a:spcAft>
                <a:spcPts val="4"/>
              </a:spcAft>
              <a:buNone/>
              <a:defRPr sz="3000" b="1">
                <a:solidFill>
                  <a:srgbClr val="FFFFFF"/>
                </a:solidFill>
                <a:latin typeface="Aptos Display"/>
                <a:ea typeface="Aptos Display"/>
                <a:cs typeface="Aptos Display"/>
              </a:defRPr>
            </a:pPr>
            <a:r>
              <a:rPr lang="en-US" sz="2700" b="1" dirty="0">
                <a:solidFill>
                  <a:srgbClr val="FFFFFF"/>
                </a:solidFill>
                <a:latin typeface="Aptos Display"/>
                <a:ea typeface="Aptos Display"/>
                <a:cs typeface="Aptos Display"/>
              </a:rPr>
              <a:t>TÔI ĐÃ THỬ NGHIỆM QUY TRÌNH TRONG 8 THÁNG QUA VÀ ĐIỀU KỲ DIỆU ĐÃ XẢY RA KHI TÔI BẮT ĐẦU THỬ NGHIỆM TRONG CÁC NHÓM NHỎ.</a:t>
            </a:r>
          </a:p>
        </p:txBody>
      </p:sp>
      <p:sp>
        <p:nvSpPr>
          <p:cNvPr id="4" name="icon-badge-waypoints">
            <a:extLst>
              <a:ext uri="{FF2B5EF4-FFF2-40B4-BE49-F238E27FC236}">
                <a16:creationId xmlns:a16="http://schemas.microsoft.com/office/drawing/2014/main" id="{2C630897-DC80-4D08-B51D-8A9D84B7E608}"/>
              </a:ext>
            </a:extLst>
          </p:cNvPr>
          <p:cNvSpPr>
            <a:spLocks noGrp="1"/>
          </p:cNvSpPr>
          <p:nvPr/>
        </p:nvSpPr>
        <p:spPr>
          <a:xfrm>
            <a:off x="9620250" y="2381250"/>
            <a:ext cx="1447800" cy="14478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0" name="Graphic 9"/>
          <p:cNvPicPr>
            <a:picLocks noChangeAspect="1"/>
          </p:cNvPicPr>
          <p:nvPr/>
        </p:nvPicPr>
        <p:blipFill>
          <a:blip>
            <a:extLst>
              <a:ext uri="{96DAC541-7B7A-43D3-8B79-37D633B846F1}">
                <asvg:svgBlip xmlns:asvg="http://schemas.microsoft.com/office/drawing/2016/SVG/main" r:embed="rId4"/>
              </a:ext>
            </a:extLst>
          </a:blip>
          <a:stretch/>
        </p:blipFill>
        <p:spPr>
          <a:xfrm>
            <a:off x="9953244" y="2714244"/>
            <a:ext cx="781812" cy="781812"/>
          </a:xfrm>
          <a:prstGeom prst="rect">
            <a:avLst/>
          </a:prstGeom>
        </p:spPr>
      </p:pic>
    </p:spTree>
    <p:extLst>
      <p:ext uri="{BB962C8B-B14F-4D97-AF65-F5344CB8AC3E}">
        <p14:creationId xmlns:p14="http://schemas.microsoft.com/office/powerpoint/2010/main" val="29719638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6" name="statement-panel">
            <a:extLst>
              <a:ext uri="{FF2B5EF4-FFF2-40B4-BE49-F238E27FC236}">
                <a16:creationId xmlns:a16="http://schemas.microsoft.com/office/drawing/2014/main" id="{94BBFA47-C50C-4C5C-BDC8-B638BDFE4941}"/>
              </a:ext>
            </a:extLst>
          </p:cNvPr>
          <p:cNvSpPr>
            <a:spLocks noGrp="1"/>
          </p:cNvSpPr>
          <p:nvPr/>
        </p:nvSpPr>
        <p:spPr>
          <a:xfrm>
            <a:off x="600075" y="914400"/>
            <a:ext cx="7810500" cy="4762500"/>
          </a:xfrm>
          <a:prstGeom prst="roundRect">
            <a:avLst>
              <a:gd name="adj" fmla="val 5600"/>
            </a:avLst>
          </a:prstGeom>
          <a:solidFill>
            <a:srgbClr val="041A45">
              <a:alpha val="91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2" name="gold-accent">
            <a:extLst>
              <a:ext uri="{FF2B5EF4-FFF2-40B4-BE49-F238E27FC236}">
                <a16:creationId xmlns:a16="http://schemas.microsoft.com/office/drawing/2014/main" id="{3E37C13C-F050-4974-A3BF-7A4E21024748}"/>
              </a:ext>
            </a:extLst>
          </p:cNvPr>
          <p:cNvSpPr>
            <a:spLocks noGrp="1"/>
          </p:cNvSpPr>
          <p:nvPr/>
        </p:nvSpPr>
        <p:spPr>
          <a:xfrm>
            <a:off x="986218" y="2952750"/>
            <a:ext cx="47625" cy="685800"/>
          </a:xfrm>
          <a:prstGeom prst="rect">
            <a:avLst/>
          </a:prstGeom>
          <a:solidFill>
            <a:srgbClr val="F4C76D"/>
          </a:solidFill>
          <a:ln w="0">
            <a:solidFill>
              <a:srgbClr val="F4C76D"/>
            </a:solidFill>
            <a:prstDash val="solid"/>
          </a:ln>
        </p:spPr>
        <p:txBody>
          <a:bodyPr/>
          <a:lstStyle/>
          <a:p>
            <a:endParaRPr lang="vi-VN"/>
          </a:p>
        </p:txBody>
      </p:sp>
      <p:sp>
        <p:nvSpPr>
          <p:cNvPr id="3" name="statement-copy">
            <a:extLst>
              <a:ext uri="{FF2B5EF4-FFF2-40B4-BE49-F238E27FC236}">
                <a16:creationId xmlns:a16="http://schemas.microsoft.com/office/drawing/2014/main" id="{D4689CDD-B421-4DD9-B4A2-57DF535C6F94}"/>
              </a:ext>
            </a:extLst>
          </p:cNvPr>
          <p:cNvSpPr>
            <a:spLocks noGrp="1"/>
          </p:cNvSpPr>
          <p:nvPr/>
        </p:nvSpPr>
        <p:spPr>
          <a:xfrm>
            <a:off x="1343025" y="1504950"/>
            <a:ext cx="6610350" cy="3619500"/>
          </a:xfrm>
          <a:prstGeom prst="rect">
            <a:avLst/>
          </a:prstGeom>
          <a:noFill/>
          <a:ln w="0">
            <a:noFill/>
            <a:prstDash val="solid"/>
          </a:ln>
        </p:spPr>
        <p:txBody>
          <a:bodyPr lIns="57150" tIns="38100" rIns="57150" bIns="38100" anchor="ctr">
            <a:normAutofit/>
          </a:bodyPr>
          <a:lstStyle/>
          <a:p>
            <a:pPr marL="0" indent="0" algn="l">
              <a:lnSpc>
                <a:spcPct val="104000"/>
              </a:lnSpc>
              <a:spcAft>
                <a:spcPts val="4"/>
              </a:spcAft>
              <a:buNone/>
              <a:defRPr sz="4200" b="1">
                <a:solidFill>
                  <a:srgbClr val="FFFFFF"/>
                </a:solidFill>
                <a:latin typeface="Aptos Display"/>
                <a:ea typeface="Aptos Display"/>
                <a:cs typeface="Aptos Display"/>
              </a:defRPr>
            </a:pPr>
            <a:r>
              <a:rPr lang="en-US" sz="2700" b="1" dirty="0">
                <a:solidFill>
                  <a:srgbClr val="FFFFFF"/>
                </a:solidFill>
                <a:latin typeface="Aptos Display"/>
                <a:ea typeface="Aptos Display"/>
                <a:cs typeface="Aptos Display"/>
              </a:rPr>
              <a:t>BẠN XÂY DỰNG CỘNG ĐỒNG VÌ SẢN PHẨM HAY VÌ TIỀN?</a:t>
            </a:r>
          </a:p>
        </p:txBody>
      </p:sp>
      <p:sp>
        <p:nvSpPr>
          <p:cNvPr id="4" name="icon-badge-user-check">
            <a:extLst>
              <a:ext uri="{FF2B5EF4-FFF2-40B4-BE49-F238E27FC236}">
                <a16:creationId xmlns:a16="http://schemas.microsoft.com/office/drawing/2014/main" id="{F1E8CCD3-7097-4D84-9130-B2F7A36C98E2}"/>
              </a:ext>
            </a:extLst>
          </p:cNvPr>
          <p:cNvSpPr>
            <a:spLocks noGrp="1"/>
          </p:cNvSpPr>
          <p:nvPr/>
        </p:nvSpPr>
        <p:spPr>
          <a:xfrm>
            <a:off x="9667875" y="2419350"/>
            <a:ext cx="1447800" cy="14478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0" name="Graphic 9"/>
          <p:cNvPicPr>
            <a:picLocks noChangeAspect="1"/>
          </p:cNvPicPr>
          <p:nvPr/>
        </p:nvPicPr>
        <p:blipFill>
          <a:blip>
            <a:extLst>
              <a:ext uri="{96DAC541-7B7A-43D3-8B79-37D633B846F1}">
                <asvg:svgBlip xmlns:asvg="http://schemas.microsoft.com/office/drawing/2016/SVG/main" r:embed="rId4"/>
              </a:ext>
            </a:extLst>
          </a:blip>
          <a:stretch/>
        </p:blipFill>
        <p:spPr>
          <a:xfrm>
            <a:off x="10000869" y="2752344"/>
            <a:ext cx="781812" cy="781812"/>
          </a:xfrm>
          <a:prstGeom prst="rect">
            <a:avLst/>
          </a:prstGeom>
        </p:spPr>
      </p:pic>
    </p:spTree>
    <p:extLst>
      <p:ext uri="{BB962C8B-B14F-4D97-AF65-F5344CB8AC3E}">
        <p14:creationId xmlns:p14="http://schemas.microsoft.com/office/powerpoint/2010/main" val="1447569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6" name="statement-panel">
            <a:extLst>
              <a:ext uri="{FF2B5EF4-FFF2-40B4-BE49-F238E27FC236}">
                <a16:creationId xmlns:a16="http://schemas.microsoft.com/office/drawing/2014/main" id="{033045BD-EF5A-4752-B2EB-870F3D105675}"/>
              </a:ext>
            </a:extLst>
          </p:cNvPr>
          <p:cNvSpPr>
            <a:spLocks noGrp="1"/>
          </p:cNvSpPr>
          <p:nvPr/>
        </p:nvSpPr>
        <p:spPr>
          <a:xfrm>
            <a:off x="3905250" y="2123768"/>
            <a:ext cx="8070440" cy="2477729"/>
          </a:xfrm>
          <a:prstGeom prst="roundRect">
            <a:avLst>
              <a:gd name="adj" fmla="val 5600"/>
            </a:avLst>
          </a:prstGeom>
          <a:solidFill>
            <a:srgbClr val="041A45">
              <a:alpha val="91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2" name="gold-accent">
            <a:extLst>
              <a:ext uri="{FF2B5EF4-FFF2-40B4-BE49-F238E27FC236}">
                <a16:creationId xmlns:a16="http://schemas.microsoft.com/office/drawing/2014/main" id="{F2BB7C96-C8CA-4E89-ADD9-5CCC0E789DB9}"/>
              </a:ext>
            </a:extLst>
          </p:cNvPr>
          <p:cNvSpPr>
            <a:spLocks noGrp="1"/>
          </p:cNvSpPr>
          <p:nvPr/>
        </p:nvSpPr>
        <p:spPr>
          <a:xfrm>
            <a:off x="4191000" y="2914650"/>
            <a:ext cx="47625" cy="685800"/>
          </a:xfrm>
          <a:prstGeom prst="rect">
            <a:avLst/>
          </a:prstGeom>
          <a:solidFill>
            <a:srgbClr val="F4C76D"/>
          </a:solidFill>
          <a:ln w="0">
            <a:solidFill>
              <a:srgbClr val="F4C76D"/>
            </a:solidFill>
            <a:prstDash val="solid"/>
          </a:ln>
        </p:spPr>
        <p:txBody>
          <a:bodyPr/>
          <a:lstStyle/>
          <a:p>
            <a:endParaRPr lang="vi-VN"/>
          </a:p>
        </p:txBody>
      </p:sp>
      <p:sp>
        <p:nvSpPr>
          <p:cNvPr id="3" name="statement-copy">
            <a:extLst>
              <a:ext uri="{FF2B5EF4-FFF2-40B4-BE49-F238E27FC236}">
                <a16:creationId xmlns:a16="http://schemas.microsoft.com/office/drawing/2014/main" id="{F30B6899-98C2-4A66-8A21-7257C902AD25}"/>
              </a:ext>
            </a:extLst>
          </p:cNvPr>
          <p:cNvSpPr>
            <a:spLocks noGrp="1"/>
          </p:cNvSpPr>
          <p:nvPr/>
        </p:nvSpPr>
        <p:spPr>
          <a:xfrm>
            <a:off x="4648199" y="1466850"/>
            <a:ext cx="7474975" cy="3619500"/>
          </a:xfrm>
          <a:prstGeom prst="rect">
            <a:avLst/>
          </a:prstGeom>
          <a:noFill/>
          <a:ln w="0">
            <a:noFill/>
            <a:prstDash val="solid"/>
          </a:ln>
        </p:spPr>
        <p:txBody>
          <a:bodyPr lIns="57150" tIns="38100" rIns="57150" bIns="38100" anchor="ctr">
            <a:normAutofit/>
          </a:bodyPr>
          <a:lstStyle/>
          <a:p>
            <a:pPr marL="0" indent="0" algn="l">
              <a:lnSpc>
                <a:spcPct val="104000"/>
              </a:lnSpc>
              <a:spcAft>
                <a:spcPts val="4"/>
              </a:spcAft>
              <a:buNone/>
              <a:defRPr sz="4200" b="1">
                <a:solidFill>
                  <a:srgbClr val="FFFFFF"/>
                </a:solidFill>
                <a:latin typeface="Aptos Display"/>
                <a:ea typeface="Aptos Display"/>
                <a:cs typeface="Aptos Display"/>
              </a:defRPr>
            </a:pPr>
            <a:r>
              <a:rPr lang="en-US" sz="2700" b="1" dirty="0">
                <a:solidFill>
                  <a:srgbClr val="FFFFFF"/>
                </a:solidFill>
                <a:latin typeface="Aptos Display"/>
                <a:ea typeface="Aptos Display"/>
                <a:cs typeface="Aptos Display"/>
              </a:rPr>
              <a:t>VÀ THÊM ĐỘNG LỰC CHO VIỆC TRIỂN KHAI MỚI</a:t>
            </a:r>
          </a:p>
        </p:txBody>
      </p:sp>
      <p:sp>
        <p:nvSpPr>
          <p:cNvPr id="4" name="icon-badge-circle-question-mark">
            <a:extLst>
              <a:ext uri="{FF2B5EF4-FFF2-40B4-BE49-F238E27FC236}">
                <a16:creationId xmlns:a16="http://schemas.microsoft.com/office/drawing/2014/main" id="{7F5D6DD8-05E3-4B00-8EFE-68027B5CB46F}"/>
              </a:ext>
            </a:extLst>
          </p:cNvPr>
          <p:cNvSpPr>
            <a:spLocks noGrp="1"/>
          </p:cNvSpPr>
          <p:nvPr/>
        </p:nvSpPr>
        <p:spPr>
          <a:xfrm>
            <a:off x="1238250" y="2381250"/>
            <a:ext cx="1447800" cy="14478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0" name="Graphic 9"/>
          <p:cNvPicPr>
            <a:picLocks noChangeAspect="1"/>
          </p:cNvPicPr>
          <p:nvPr/>
        </p:nvPicPr>
        <p:blipFill>
          <a:blip>
            <a:extLst>
              <a:ext uri="{96DAC541-7B7A-43D3-8B79-37D633B846F1}">
                <asvg:svgBlip xmlns:asvg="http://schemas.microsoft.com/office/drawing/2016/SVG/main" r:embed="rId4"/>
              </a:ext>
            </a:extLst>
          </a:blip>
          <a:stretch/>
        </p:blipFill>
        <p:spPr>
          <a:xfrm>
            <a:off x="1571244" y="2714244"/>
            <a:ext cx="781812" cy="781812"/>
          </a:xfrm>
          <a:prstGeom prst="rect">
            <a:avLst/>
          </a:prstGeom>
        </p:spPr>
      </p:pic>
    </p:spTree>
    <p:extLst>
      <p:ext uri="{BB962C8B-B14F-4D97-AF65-F5344CB8AC3E}">
        <p14:creationId xmlns:p14="http://schemas.microsoft.com/office/powerpoint/2010/main" val="20357350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6" name="statement-panel">
            <a:extLst>
              <a:ext uri="{FF2B5EF4-FFF2-40B4-BE49-F238E27FC236}">
                <a16:creationId xmlns:a16="http://schemas.microsoft.com/office/drawing/2014/main" id="{BAE2EACE-CED7-4824-A1C6-E5DA8767149D}"/>
              </a:ext>
            </a:extLst>
          </p:cNvPr>
          <p:cNvSpPr>
            <a:spLocks noGrp="1"/>
          </p:cNvSpPr>
          <p:nvPr/>
        </p:nvSpPr>
        <p:spPr>
          <a:xfrm>
            <a:off x="552450" y="876300"/>
            <a:ext cx="9067800" cy="4423287"/>
          </a:xfrm>
          <a:prstGeom prst="roundRect">
            <a:avLst>
              <a:gd name="adj" fmla="val 5600"/>
            </a:avLst>
          </a:prstGeom>
          <a:solidFill>
            <a:srgbClr val="041A45">
              <a:alpha val="91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tatement-copy">
            <a:extLst>
              <a:ext uri="{FF2B5EF4-FFF2-40B4-BE49-F238E27FC236}">
                <a16:creationId xmlns:a16="http://schemas.microsoft.com/office/drawing/2014/main" id="{E0974335-A47E-406B-8C4C-162D57604239}"/>
              </a:ext>
            </a:extLst>
          </p:cNvPr>
          <p:cNvSpPr>
            <a:spLocks noGrp="1"/>
          </p:cNvSpPr>
          <p:nvPr/>
        </p:nvSpPr>
        <p:spPr>
          <a:xfrm>
            <a:off x="1295399" y="1466850"/>
            <a:ext cx="8182897" cy="3619500"/>
          </a:xfrm>
          <a:prstGeom prst="rect">
            <a:avLst/>
          </a:prstGeom>
          <a:noFill/>
          <a:ln w="0">
            <a:noFill/>
            <a:prstDash val="solid"/>
          </a:ln>
        </p:spPr>
        <p:txBody>
          <a:bodyPr lIns="57150" tIns="38100" rIns="57150" bIns="38100" anchor="ctr">
            <a:normAutofit/>
          </a:bodyPr>
          <a:lstStyle/>
          <a:p>
            <a:pPr marL="457200" indent="-457200" algn="l">
              <a:lnSpc>
                <a:spcPct val="104000"/>
              </a:lnSpc>
              <a:spcAft>
                <a:spcPts val="4"/>
              </a:spcAft>
              <a:buFont typeface="Arial" panose="020B0604020202020204" pitchFamily="34" charset="0"/>
              <a:buChar char="•"/>
              <a:defRPr sz="3000" b="1">
                <a:solidFill>
                  <a:srgbClr val="FFFFFF"/>
                </a:solidFill>
                <a:latin typeface="Aptos Display"/>
                <a:ea typeface="Aptos Display"/>
                <a:cs typeface="Aptos Display"/>
              </a:defRPr>
            </a:pPr>
            <a:r>
              <a:rPr lang="en-US" sz="2600" b="1" dirty="0">
                <a:solidFill>
                  <a:srgbClr val="FFFFFF"/>
                </a:solidFill>
                <a:latin typeface="Aptos Display"/>
                <a:ea typeface="Aptos Display"/>
                <a:cs typeface="Aptos Display"/>
              </a:rPr>
              <a:t>THỬ NGHIỆM</a:t>
            </a:r>
          </a:p>
          <a:p>
            <a:pPr marL="0" indent="0" algn="l">
              <a:lnSpc>
                <a:spcPct val="104000"/>
              </a:lnSpc>
              <a:spcAft>
                <a:spcPts val="4"/>
              </a:spcAft>
              <a:buNone/>
              <a:defRPr sz="3000" b="1">
                <a:solidFill>
                  <a:srgbClr val="FFFFFF"/>
                </a:solidFill>
                <a:latin typeface="Aptos Display"/>
                <a:ea typeface="Aptos Display"/>
                <a:cs typeface="Aptos Display"/>
              </a:defRPr>
            </a:pPr>
            <a:r>
              <a:rPr lang="en-US" sz="2600" b="1" dirty="0">
                <a:solidFill>
                  <a:srgbClr val="FFFFFF"/>
                </a:solidFill>
                <a:latin typeface="Aptos Display"/>
                <a:ea typeface="Aptos Display"/>
                <a:cs typeface="Aptos Display"/>
              </a:rPr>
              <a:t>       THẤT BẠI</a:t>
            </a:r>
          </a:p>
          <a:p>
            <a:pPr marL="457200" indent="-457200" algn="l">
              <a:lnSpc>
                <a:spcPct val="104000"/>
              </a:lnSpc>
              <a:spcAft>
                <a:spcPts val="4"/>
              </a:spcAft>
              <a:buFont typeface="Arial" panose="020B0604020202020204" pitchFamily="34" charset="0"/>
              <a:buChar char="•"/>
              <a:defRPr sz="3000" b="1">
                <a:solidFill>
                  <a:srgbClr val="FFFFFF"/>
                </a:solidFill>
                <a:latin typeface="Aptos Display"/>
                <a:ea typeface="Aptos Display"/>
                <a:cs typeface="Aptos Display"/>
              </a:defRPr>
            </a:pPr>
            <a:r>
              <a:rPr lang="en-US" sz="2600" b="1" dirty="0">
                <a:solidFill>
                  <a:srgbClr val="FFFFFF"/>
                </a:solidFill>
                <a:latin typeface="Aptos Display"/>
                <a:ea typeface="Aptos Display"/>
                <a:cs typeface="Aptos Display"/>
              </a:rPr>
              <a:t>THỬ NGHIỆM</a:t>
            </a:r>
          </a:p>
          <a:p>
            <a:pPr marL="0" indent="0" algn="l">
              <a:lnSpc>
                <a:spcPct val="104000"/>
              </a:lnSpc>
              <a:spcAft>
                <a:spcPts val="4"/>
              </a:spcAft>
              <a:buNone/>
              <a:defRPr sz="3000" b="1">
                <a:solidFill>
                  <a:srgbClr val="FFFFFF"/>
                </a:solidFill>
                <a:latin typeface="Aptos Display"/>
                <a:ea typeface="Aptos Display"/>
                <a:cs typeface="Aptos Display"/>
              </a:defRPr>
            </a:pPr>
            <a:r>
              <a:rPr lang="en-US" sz="2600" b="1" dirty="0">
                <a:solidFill>
                  <a:srgbClr val="FFFFFF"/>
                </a:solidFill>
                <a:latin typeface="Aptos Display"/>
                <a:ea typeface="Aptos Display"/>
                <a:cs typeface="Aptos Display"/>
              </a:rPr>
              <a:t>       THẤT BẠI</a:t>
            </a:r>
          </a:p>
          <a:p>
            <a:pPr marL="457200" indent="-457200" algn="l">
              <a:lnSpc>
                <a:spcPct val="104000"/>
              </a:lnSpc>
              <a:spcAft>
                <a:spcPts val="4"/>
              </a:spcAft>
              <a:buFont typeface="Arial" panose="020B0604020202020204" pitchFamily="34" charset="0"/>
              <a:buChar char="•"/>
              <a:defRPr sz="3000" b="1">
                <a:solidFill>
                  <a:srgbClr val="FFFFFF"/>
                </a:solidFill>
                <a:latin typeface="Aptos Display"/>
                <a:ea typeface="Aptos Display"/>
                <a:cs typeface="Aptos Display"/>
              </a:defRPr>
            </a:pPr>
            <a:r>
              <a:rPr lang="en-US" sz="2600" b="1" dirty="0">
                <a:solidFill>
                  <a:srgbClr val="FFFFFF"/>
                </a:solidFill>
                <a:latin typeface="Aptos Display"/>
                <a:ea typeface="Aptos Display"/>
                <a:cs typeface="Aptos Display"/>
              </a:rPr>
              <a:t>VÀ KHI SẮP SỬA NHỤT CHÍ THÌ</a:t>
            </a:r>
          </a:p>
          <a:p>
            <a:pPr marL="0" indent="0" algn="l">
              <a:lnSpc>
                <a:spcPct val="104000"/>
              </a:lnSpc>
              <a:spcAft>
                <a:spcPts val="4"/>
              </a:spcAft>
              <a:buNone/>
              <a:defRPr sz="3000" b="1">
                <a:solidFill>
                  <a:srgbClr val="FFFFFF"/>
                </a:solidFill>
                <a:latin typeface="Aptos Display"/>
                <a:ea typeface="Aptos Display"/>
                <a:cs typeface="Aptos Display"/>
              </a:defRPr>
            </a:pPr>
            <a:r>
              <a:rPr lang="en-US" sz="2600" b="1" dirty="0">
                <a:solidFill>
                  <a:srgbClr val="FFFFFF"/>
                </a:solidFill>
                <a:latin typeface="Aptos Display"/>
                <a:ea typeface="Aptos Display"/>
                <a:cs typeface="Aptos Display"/>
              </a:rPr>
              <a:t>-&gt; ĐIỀU KỲ DIỆU ĐÃ XẢY RA KHI CHÚNG TÔI CÓ KẾT QUẢ</a:t>
            </a:r>
          </a:p>
        </p:txBody>
      </p:sp>
      <p:sp>
        <p:nvSpPr>
          <p:cNvPr id="4" name="icon-badge-circle-x">
            <a:extLst>
              <a:ext uri="{FF2B5EF4-FFF2-40B4-BE49-F238E27FC236}">
                <a16:creationId xmlns:a16="http://schemas.microsoft.com/office/drawing/2014/main" id="{CF8DABBB-F8B7-4715-8F1C-B4F1704CBC7E}"/>
              </a:ext>
            </a:extLst>
          </p:cNvPr>
          <p:cNvSpPr>
            <a:spLocks noGrp="1"/>
          </p:cNvSpPr>
          <p:nvPr/>
        </p:nvSpPr>
        <p:spPr>
          <a:xfrm>
            <a:off x="9620250" y="2381250"/>
            <a:ext cx="1447800" cy="14478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0" name="Graphic 9"/>
          <p:cNvPicPr>
            <a:picLocks noChangeAspect="1"/>
          </p:cNvPicPr>
          <p:nvPr/>
        </p:nvPicPr>
        <p:blipFill>
          <a:blip>
            <a:extLst>
              <a:ext uri="{96DAC541-7B7A-43D3-8B79-37D633B846F1}">
                <asvg:svgBlip xmlns:asvg="http://schemas.microsoft.com/office/drawing/2016/SVG/main" r:embed="rId4"/>
              </a:ext>
            </a:extLst>
          </a:blip>
          <a:stretch/>
        </p:blipFill>
        <p:spPr>
          <a:xfrm>
            <a:off x="9953244" y="2714244"/>
            <a:ext cx="781812" cy="781812"/>
          </a:xfrm>
          <a:prstGeom prst="rect">
            <a:avLst/>
          </a:prstGeom>
        </p:spPr>
      </p:pic>
    </p:spTree>
    <p:extLst>
      <p:ext uri="{BB962C8B-B14F-4D97-AF65-F5344CB8AC3E}">
        <p14:creationId xmlns:p14="http://schemas.microsoft.com/office/powerpoint/2010/main" val="22967523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6" name="statement-panel">
            <a:extLst>
              <a:ext uri="{FF2B5EF4-FFF2-40B4-BE49-F238E27FC236}">
                <a16:creationId xmlns:a16="http://schemas.microsoft.com/office/drawing/2014/main" id="{831CED4D-47A0-4062-937C-92AAB7861415}"/>
              </a:ext>
            </a:extLst>
          </p:cNvPr>
          <p:cNvSpPr>
            <a:spLocks noGrp="1"/>
          </p:cNvSpPr>
          <p:nvPr/>
        </p:nvSpPr>
        <p:spPr>
          <a:xfrm>
            <a:off x="552450" y="1966452"/>
            <a:ext cx="8239616" cy="2654709"/>
          </a:xfrm>
          <a:prstGeom prst="roundRect">
            <a:avLst>
              <a:gd name="adj" fmla="val 5600"/>
            </a:avLst>
          </a:prstGeom>
          <a:solidFill>
            <a:srgbClr val="041A45">
              <a:alpha val="91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2" name="gold-accent">
            <a:extLst>
              <a:ext uri="{FF2B5EF4-FFF2-40B4-BE49-F238E27FC236}">
                <a16:creationId xmlns:a16="http://schemas.microsoft.com/office/drawing/2014/main" id="{2B9450CC-2A0B-46DB-82AC-6ED922B7EDCF}"/>
              </a:ext>
            </a:extLst>
          </p:cNvPr>
          <p:cNvSpPr>
            <a:spLocks noGrp="1"/>
          </p:cNvSpPr>
          <p:nvPr/>
        </p:nvSpPr>
        <p:spPr>
          <a:xfrm>
            <a:off x="925815" y="2950906"/>
            <a:ext cx="50242" cy="685800"/>
          </a:xfrm>
          <a:prstGeom prst="rect">
            <a:avLst/>
          </a:prstGeom>
          <a:solidFill>
            <a:srgbClr val="F4C76D"/>
          </a:solidFill>
          <a:ln w="0">
            <a:solidFill>
              <a:srgbClr val="F4C76D"/>
            </a:solidFill>
            <a:prstDash val="solid"/>
          </a:ln>
        </p:spPr>
        <p:txBody>
          <a:bodyPr/>
          <a:lstStyle/>
          <a:p>
            <a:endParaRPr lang="vi-VN"/>
          </a:p>
        </p:txBody>
      </p:sp>
      <p:sp>
        <p:nvSpPr>
          <p:cNvPr id="3" name="statement-copy">
            <a:extLst>
              <a:ext uri="{FF2B5EF4-FFF2-40B4-BE49-F238E27FC236}">
                <a16:creationId xmlns:a16="http://schemas.microsoft.com/office/drawing/2014/main" id="{8D8175CB-552A-480F-8E26-36D6A2636727}"/>
              </a:ext>
            </a:extLst>
          </p:cNvPr>
          <p:cNvSpPr>
            <a:spLocks noGrp="1"/>
          </p:cNvSpPr>
          <p:nvPr/>
        </p:nvSpPr>
        <p:spPr>
          <a:xfrm>
            <a:off x="1295399" y="1466850"/>
            <a:ext cx="6973529" cy="3619500"/>
          </a:xfrm>
          <a:prstGeom prst="rect">
            <a:avLst/>
          </a:prstGeom>
          <a:noFill/>
          <a:ln w="0">
            <a:noFill/>
            <a:prstDash val="solid"/>
          </a:ln>
        </p:spPr>
        <p:txBody>
          <a:bodyPr lIns="57150" tIns="38100" rIns="57150" bIns="38100" anchor="ctr">
            <a:normAutofit/>
          </a:bodyPr>
          <a:lstStyle/>
          <a:p>
            <a:pPr marL="0" indent="0" algn="l">
              <a:lnSpc>
                <a:spcPct val="104000"/>
              </a:lnSpc>
              <a:spcAft>
                <a:spcPts val="4"/>
              </a:spcAft>
              <a:buNone/>
              <a:defRPr sz="3600" b="1">
                <a:solidFill>
                  <a:srgbClr val="FFFFFF"/>
                </a:solidFill>
                <a:latin typeface="Aptos Display"/>
                <a:ea typeface="Aptos Display"/>
                <a:cs typeface="Aptos Display"/>
              </a:defRPr>
            </a:pPr>
            <a:r>
              <a:rPr lang="vi-VN" sz="2700" b="1" dirty="0">
                <a:solidFill>
                  <a:srgbClr val="FFFFFF"/>
                </a:solidFill>
                <a:latin typeface="Aptos Display"/>
                <a:ea typeface="Aptos Display"/>
                <a:cs typeface="Aptos Display"/>
              </a:rPr>
              <a:t>THEO BẠN NẾU CỨ LÀM THEO CÁCH CŨ THÌ CÓ ĐƯỢC KẾT QUẢ ĐỘT PHÁ MỚI KHÔNG?</a:t>
            </a:r>
          </a:p>
        </p:txBody>
      </p:sp>
      <p:sp>
        <p:nvSpPr>
          <p:cNvPr id="4" name="icon-badge-rocket">
            <a:extLst>
              <a:ext uri="{FF2B5EF4-FFF2-40B4-BE49-F238E27FC236}">
                <a16:creationId xmlns:a16="http://schemas.microsoft.com/office/drawing/2014/main" id="{95274B33-9743-4616-84BB-D878C30FF2AE}"/>
              </a:ext>
            </a:extLst>
          </p:cNvPr>
          <p:cNvSpPr>
            <a:spLocks noGrp="1"/>
          </p:cNvSpPr>
          <p:nvPr/>
        </p:nvSpPr>
        <p:spPr>
          <a:xfrm>
            <a:off x="9620250" y="2381250"/>
            <a:ext cx="1527344" cy="14478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0" name="Graphic 9"/>
          <p:cNvPicPr>
            <a:picLocks noChangeAspect="1"/>
          </p:cNvPicPr>
          <p:nvPr/>
        </p:nvPicPr>
        <p:blipFill>
          <a:blip>
            <a:extLst>
              <a:ext uri="{96DAC541-7B7A-43D3-8B79-37D633B846F1}">
                <asvg:svgBlip xmlns:asvg="http://schemas.microsoft.com/office/drawing/2016/SVG/main" r:embed="rId4"/>
              </a:ext>
            </a:extLst>
          </a:blip>
          <a:stretch/>
        </p:blipFill>
        <p:spPr>
          <a:xfrm>
            <a:off x="9953244" y="2714244"/>
            <a:ext cx="824766" cy="781812"/>
          </a:xfrm>
          <a:prstGeom prst="rect">
            <a:avLst/>
          </a:prstGeom>
        </p:spPr>
      </p:pic>
    </p:spTree>
    <p:extLst>
      <p:ext uri="{BB962C8B-B14F-4D97-AF65-F5344CB8AC3E}">
        <p14:creationId xmlns:p14="http://schemas.microsoft.com/office/powerpoint/2010/main" val="20561218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A7DD1628-D9CD-4733-8BBB-2627DBAA9075}"/>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FCDCBF2B-8B4D-4DC3-9DD0-A9E4F8C8DBE8}"/>
              </a:ext>
            </a:extLst>
          </p:cNvPr>
          <p:cNvSpPr>
            <a:spLocks noGrp="1"/>
          </p:cNvSpPr>
          <p:nvPr/>
        </p:nvSpPr>
        <p:spPr>
          <a:xfrm>
            <a:off x="685800" y="2536722"/>
            <a:ext cx="8058150" cy="2163095"/>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850C4CFB-0B5F-4A13-BA79-FD9BA719C46D}"/>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en-US" sz="3900" b="1" dirty="0">
                <a:solidFill>
                  <a:srgbClr val="FFFFFF"/>
                </a:solidFill>
                <a:latin typeface="Aptos Display"/>
                <a:ea typeface="Aptos Display"/>
                <a:cs typeface="Aptos Display"/>
              </a:rPr>
              <a:t>BÍ MẬT SỐ 1</a:t>
            </a:r>
          </a:p>
        </p:txBody>
      </p:sp>
      <p:sp>
        <p:nvSpPr>
          <p:cNvPr id="4" name="body-copy">
            <a:extLst>
              <a:ext uri="{FF2B5EF4-FFF2-40B4-BE49-F238E27FC236}">
                <a16:creationId xmlns:a16="http://schemas.microsoft.com/office/drawing/2014/main" id="{E262E3A7-111B-4F57-8AAF-7A61462D6F55}"/>
              </a:ext>
            </a:extLst>
          </p:cNvPr>
          <p:cNvSpPr>
            <a:spLocks noGrp="1"/>
          </p:cNvSpPr>
          <p:nvPr/>
        </p:nvSpPr>
        <p:spPr>
          <a:xfrm>
            <a:off x="1028700" y="1943100"/>
            <a:ext cx="7372350" cy="3219450"/>
          </a:xfrm>
          <a:prstGeom prst="rect">
            <a:avLst/>
          </a:prstGeom>
          <a:noFill/>
          <a:ln w="0">
            <a:noFill/>
            <a:prstDash val="solid"/>
          </a:ln>
        </p:spPr>
        <p:txBody>
          <a:bodyPr lIns="57150" tIns="38100" rIns="57150" bIns="38100" anchor="ctr">
            <a:normAutofit/>
          </a:bodyPr>
          <a:lstStyle/>
          <a:p>
            <a:pPr marL="24" indent="-12" algn="l">
              <a:lnSpc>
                <a:spcPct val="110000"/>
              </a:lnSpc>
              <a:spcAft>
                <a:spcPts val="7"/>
              </a:spcAft>
              <a:buNone/>
              <a:defRPr sz="2250" b="1">
                <a:solidFill>
                  <a:srgbClr val="061E4A"/>
                </a:solidFill>
                <a:latin typeface="Aptos"/>
                <a:ea typeface="Aptos"/>
                <a:cs typeface="Aptos"/>
              </a:defRPr>
            </a:pPr>
            <a:r>
              <a:rPr lang="en-US" sz="2250" b="1" dirty="0">
                <a:solidFill>
                  <a:srgbClr val="A87518"/>
                </a:solidFill>
                <a:latin typeface="Aptos"/>
                <a:ea typeface="Aptos"/>
                <a:cs typeface="Aptos"/>
              </a:rPr>
              <a:t>THAY ĐỔI HOÀN TOÀN</a:t>
            </a:r>
          </a:p>
          <a:p>
            <a:pPr marL="24" indent="-12" algn="l">
              <a:lnSpc>
                <a:spcPct val="110000"/>
              </a:lnSpc>
              <a:spcAft>
                <a:spcPts val="7"/>
              </a:spcAft>
              <a:buNone/>
              <a:defRPr sz="2250" b="1">
                <a:solidFill>
                  <a:srgbClr val="061E4A"/>
                </a:solidFill>
                <a:latin typeface="Aptos"/>
                <a:ea typeface="Aptos"/>
                <a:cs typeface="Aptos"/>
              </a:defRPr>
            </a:pPr>
            <a:r>
              <a:rPr lang="en-US" sz="2250" b="1" dirty="0">
                <a:solidFill>
                  <a:srgbClr val="061E4A"/>
                </a:solidFill>
                <a:latin typeface="Aptos"/>
                <a:ea typeface="Aptos"/>
                <a:cs typeface="Aptos"/>
              </a:rPr>
              <a:t>KHÔNG CHỈ LÀ </a:t>
            </a:r>
            <a:r>
              <a:rPr lang="en-US" sz="2250" b="1" dirty="0">
                <a:solidFill>
                  <a:srgbClr val="FFC000"/>
                </a:solidFill>
                <a:latin typeface="Aptos"/>
                <a:ea typeface="Aptos"/>
                <a:cs typeface="Aptos"/>
              </a:rPr>
              <a:t>CHỈNH SỬA </a:t>
            </a:r>
            <a:r>
              <a:rPr lang="en-US" sz="2250" b="1" dirty="0">
                <a:solidFill>
                  <a:srgbClr val="061E4A"/>
                </a:solidFill>
                <a:latin typeface="Aptos"/>
                <a:ea typeface="Aptos"/>
                <a:cs typeface="Aptos"/>
              </a:rPr>
              <a:t>HAY </a:t>
            </a:r>
            <a:r>
              <a:rPr lang="en-US" sz="2250" b="1" dirty="0">
                <a:solidFill>
                  <a:srgbClr val="FFC000"/>
                </a:solidFill>
                <a:latin typeface="Aptos"/>
                <a:ea typeface="Aptos"/>
                <a:cs typeface="Aptos"/>
              </a:rPr>
              <a:t>ĐIỀU CHỈNH</a:t>
            </a:r>
          </a:p>
        </p:txBody>
      </p:sp>
      <p:sp>
        <p:nvSpPr>
          <p:cNvPr id="5" name="icon-badge-zap">
            <a:extLst>
              <a:ext uri="{FF2B5EF4-FFF2-40B4-BE49-F238E27FC236}">
                <a16:creationId xmlns:a16="http://schemas.microsoft.com/office/drawing/2014/main" id="{915C191F-1D9A-438E-B33B-6EDF2C32E76B}"/>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16106495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8CF54735-1C52-4567-9B72-D53487A99569}"/>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811702CF-8059-46BA-9655-D4A378DCEF9B}"/>
              </a:ext>
            </a:extLst>
          </p:cNvPr>
          <p:cNvSpPr>
            <a:spLocks noGrp="1"/>
          </p:cNvSpPr>
          <p:nvPr/>
        </p:nvSpPr>
        <p:spPr>
          <a:xfrm>
            <a:off x="685800" y="1619250"/>
            <a:ext cx="8934450" cy="3886200"/>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B676AB14-3E6A-4651-A82E-CCC1FDB8AE94}"/>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vi-VN" sz="3900" b="1" dirty="0">
                <a:solidFill>
                  <a:srgbClr val="FFFFFF"/>
                </a:solidFill>
                <a:latin typeface="Aptos Display"/>
                <a:ea typeface="Aptos Display"/>
                <a:cs typeface="Aptos Display"/>
              </a:rPr>
              <a:t>PHƯƠNG TIỆN</a:t>
            </a:r>
          </a:p>
        </p:txBody>
      </p:sp>
      <p:sp>
        <p:nvSpPr>
          <p:cNvPr id="4" name="body-copy">
            <a:extLst>
              <a:ext uri="{FF2B5EF4-FFF2-40B4-BE49-F238E27FC236}">
                <a16:creationId xmlns:a16="http://schemas.microsoft.com/office/drawing/2014/main" id="{77303E2C-67FA-45E7-A38D-BC5780FD4133}"/>
              </a:ext>
            </a:extLst>
          </p:cNvPr>
          <p:cNvSpPr>
            <a:spLocks noGrp="1"/>
          </p:cNvSpPr>
          <p:nvPr/>
        </p:nvSpPr>
        <p:spPr>
          <a:xfrm>
            <a:off x="1028700" y="2162175"/>
            <a:ext cx="8783894" cy="3219450"/>
          </a:xfrm>
          <a:prstGeom prst="rect">
            <a:avLst/>
          </a:prstGeom>
          <a:noFill/>
          <a:ln w="0">
            <a:noFill/>
            <a:prstDash val="solid"/>
          </a:ln>
        </p:spPr>
        <p:txBody>
          <a:bodyPr lIns="57150" tIns="38100" rIns="57150" bIns="38100" anchor="t">
            <a:normAutofit/>
          </a:bodyPr>
          <a:lstStyle/>
          <a:p>
            <a:pPr marL="342900" indent="-342900" algn="l">
              <a:lnSpc>
                <a:spcPct val="110000"/>
              </a:lnSpc>
              <a:spcAft>
                <a:spcPts val="4"/>
              </a:spcAft>
              <a:buFont typeface="Arial" panose="020B0604020202020204" pitchFamily="34" charset="0"/>
              <a:buChar char="•"/>
              <a:defRPr sz="1725" b="0">
                <a:solidFill>
                  <a:srgbClr val="061E4A"/>
                </a:solidFill>
                <a:latin typeface="Aptos"/>
                <a:ea typeface="Aptos"/>
                <a:cs typeface="Aptos"/>
              </a:defRPr>
            </a:pPr>
            <a:r>
              <a:rPr lang="vi-VN" sz="2300" b="1" dirty="0">
                <a:solidFill>
                  <a:srgbClr val="A87518"/>
                </a:solidFill>
                <a:latin typeface="Aptos"/>
                <a:ea typeface="Aptos"/>
                <a:cs typeface="Aptos"/>
              </a:rPr>
              <a:t>THAY ĐỔI HOÀN TOÀN</a:t>
            </a:r>
            <a:r>
              <a:rPr lang="vi-VN" sz="2300" b="1" dirty="0">
                <a:solidFill>
                  <a:srgbClr val="061E4A"/>
                </a:solidFill>
                <a:latin typeface="Aptos"/>
                <a:ea typeface="Aptos"/>
                <a:cs typeface="Aptos"/>
              </a:rPr>
              <a:t>: TỪ ĐI XE ĐẠP SANG ĐI FERRARI</a:t>
            </a:r>
          </a:p>
          <a:p>
            <a:pPr marL="0" indent="0" algn="l">
              <a:lnSpc>
                <a:spcPct val="110000"/>
              </a:lnSpc>
              <a:spcAft>
                <a:spcPts val="4"/>
              </a:spcAft>
              <a:buNone/>
              <a:defRPr sz="1725" b="0">
                <a:solidFill>
                  <a:srgbClr val="061E4A"/>
                </a:solidFill>
                <a:latin typeface="Aptos"/>
                <a:ea typeface="Aptos"/>
                <a:cs typeface="Aptos"/>
              </a:defRPr>
            </a:pPr>
            <a:r>
              <a:rPr lang="en-US" sz="2300" b="1" dirty="0">
                <a:solidFill>
                  <a:srgbClr val="061E4A"/>
                </a:solidFill>
                <a:latin typeface="Aptos"/>
                <a:ea typeface="Aptos"/>
                <a:cs typeface="Aptos"/>
              </a:rPr>
              <a:t>      </a:t>
            </a:r>
            <a:r>
              <a:rPr lang="vi-VN" sz="2300" b="1" dirty="0">
                <a:solidFill>
                  <a:srgbClr val="061E4A"/>
                </a:solidFill>
                <a:latin typeface="Aptos"/>
                <a:ea typeface="Aptos"/>
                <a:cs typeface="Aptos"/>
              </a:rPr>
              <a:t>CHỈNH SỬA: ĐI XE ĐẠP MINI SANG ĐI XE ĐẠP ĐUA</a:t>
            </a:r>
            <a:endParaRPr lang="en-US" sz="2300" b="1" dirty="0">
              <a:solidFill>
                <a:srgbClr val="061E4A"/>
              </a:solidFill>
              <a:latin typeface="Aptos"/>
              <a:ea typeface="Aptos"/>
              <a:cs typeface="Aptos"/>
            </a:endParaRPr>
          </a:p>
          <a:p>
            <a:pPr marL="0" indent="0" algn="l">
              <a:lnSpc>
                <a:spcPct val="110000"/>
              </a:lnSpc>
              <a:spcAft>
                <a:spcPts val="4"/>
              </a:spcAft>
              <a:buNone/>
              <a:defRPr sz="1725" b="0">
                <a:solidFill>
                  <a:srgbClr val="061E4A"/>
                </a:solidFill>
                <a:latin typeface="Aptos"/>
                <a:ea typeface="Aptos"/>
                <a:cs typeface="Aptos"/>
              </a:defRPr>
            </a:pPr>
            <a:endParaRPr lang="vi-VN" sz="2300" b="1" dirty="0">
              <a:solidFill>
                <a:srgbClr val="061E4A"/>
              </a:solidFill>
              <a:latin typeface="Aptos"/>
              <a:ea typeface="Aptos"/>
              <a:cs typeface="Aptos"/>
            </a:endParaRPr>
          </a:p>
          <a:p>
            <a:pPr marL="342900" indent="-342900">
              <a:lnSpc>
                <a:spcPct val="110000"/>
              </a:lnSpc>
              <a:spcAft>
                <a:spcPts val="4"/>
              </a:spcAft>
              <a:buFont typeface="Arial" panose="020B0604020202020204" pitchFamily="34" charset="0"/>
              <a:buChar char="•"/>
              <a:defRPr sz="1725" b="0">
                <a:solidFill>
                  <a:srgbClr val="061E4A"/>
                </a:solidFill>
                <a:latin typeface="Aptos"/>
                <a:ea typeface="Aptos"/>
                <a:cs typeface="Aptos"/>
              </a:defRPr>
            </a:pPr>
            <a:r>
              <a:rPr lang="vi-VN" sz="2300" b="1" dirty="0">
                <a:solidFill>
                  <a:srgbClr val="A87518"/>
                </a:solidFill>
                <a:latin typeface="Aptos"/>
                <a:ea typeface="Aptos"/>
                <a:cs typeface="Aptos"/>
              </a:rPr>
              <a:t>THAY ĐỔI HOÀN TOÀN </a:t>
            </a:r>
            <a:r>
              <a:rPr lang="vi-VN" sz="2300" b="1" dirty="0">
                <a:solidFill>
                  <a:srgbClr val="061E4A"/>
                </a:solidFill>
                <a:latin typeface="Aptos"/>
                <a:ea typeface="Aptos"/>
                <a:cs typeface="Aptos"/>
              </a:rPr>
              <a:t>: SỬ DỤNG CÔNG CỤ VÀ QUY TRÌNH TẬN DỤNG INTERNET</a:t>
            </a:r>
          </a:p>
          <a:p>
            <a:pPr marL="0" indent="0" algn="l">
              <a:lnSpc>
                <a:spcPct val="110000"/>
              </a:lnSpc>
              <a:spcAft>
                <a:spcPts val="4"/>
              </a:spcAft>
              <a:buNone/>
              <a:defRPr sz="1725" b="0">
                <a:solidFill>
                  <a:srgbClr val="061E4A"/>
                </a:solidFill>
                <a:latin typeface="Aptos"/>
                <a:ea typeface="Aptos"/>
                <a:cs typeface="Aptos"/>
              </a:defRPr>
            </a:pPr>
            <a:r>
              <a:rPr lang="en-US" sz="2300" b="1" dirty="0">
                <a:solidFill>
                  <a:srgbClr val="061E4A"/>
                </a:solidFill>
                <a:latin typeface="Aptos"/>
                <a:ea typeface="Aptos"/>
                <a:cs typeface="Aptos"/>
              </a:rPr>
              <a:t>      </a:t>
            </a:r>
            <a:r>
              <a:rPr lang="vi-VN" sz="2300" b="1" dirty="0">
                <a:solidFill>
                  <a:srgbClr val="061E4A"/>
                </a:solidFill>
                <a:latin typeface="Aptos"/>
                <a:ea typeface="Aptos"/>
                <a:cs typeface="Aptos"/>
              </a:rPr>
              <a:t>CHỈNH SỬA: LÊN DANH SÁCH, MỜI THÊM NGƯỜI</a:t>
            </a:r>
          </a:p>
        </p:txBody>
      </p:sp>
      <p:sp>
        <p:nvSpPr>
          <p:cNvPr id="5" name="icon-badge-funnel">
            <a:extLst>
              <a:ext uri="{FF2B5EF4-FFF2-40B4-BE49-F238E27FC236}">
                <a16:creationId xmlns:a16="http://schemas.microsoft.com/office/drawing/2014/main" id="{1399A6EE-D36E-4BC8-8F49-D0B8049E5648}"/>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32077486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D7EA2659-1948-4F53-92A2-32190E61D91A}"/>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900C5636-047E-4F7C-BFB4-962BC23DA6CA}"/>
              </a:ext>
            </a:extLst>
          </p:cNvPr>
          <p:cNvSpPr>
            <a:spLocks noGrp="1"/>
          </p:cNvSpPr>
          <p:nvPr/>
        </p:nvSpPr>
        <p:spPr>
          <a:xfrm>
            <a:off x="685800" y="2851354"/>
            <a:ext cx="6167284" cy="1592825"/>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ABAF4666-AD0A-457C-A3EB-BE336349C7D9}"/>
              </a:ext>
            </a:extLst>
          </p:cNvPr>
          <p:cNvSpPr>
            <a:spLocks noGrp="1"/>
          </p:cNvSpPr>
          <p:nvPr/>
        </p:nvSpPr>
        <p:spPr>
          <a:xfrm>
            <a:off x="371168" y="495300"/>
            <a:ext cx="11653684" cy="742950"/>
          </a:xfrm>
          <a:prstGeom prst="rect">
            <a:avLst/>
          </a:prstGeom>
          <a:noFill/>
          <a:ln w="0">
            <a:noFill/>
            <a:prstDash val="solid"/>
          </a:ln>
        </p:spPr>
        <p:txBody>
          <a:bodyPr lIns="57150" tIns="38100" rIns="57150" bIns="38100" anchor="ctr">
            <a:normAutofit fontScale="73449" lnSpcReduction="20000"/>
          </a:bodyPr>
          <a:lstStyle/>
          <a:p>
            <a:pPr marL="0" indent="0" algn="l">
              <a:lnSpc>
                <a:spcPct val="100000"/>
              </a:lnSpc>
              <a:spcAft>
                <a:spcPts val="4"/>
              </a:spcAft>
              <a:buNone/>
              <a:defRPr sz="3600" b="1">
                <a:solidFill>
                  <a:srgbClr val="FFFFFF"/>
                </a:solidFill>
                <a:latin typeface="Aptos Display"/>
                <a:ea typeface="Aptos Display"/>
                <a:cs typeface="Aptos Display"/>
              </a:defRPr>
            </a:pPr>
            <a:r>
              <a:rPr lang="vi-VN" sz="3600" b="1" dirty="0">
                <a:solidFill>
                  <a:srgbClr val="FFFFFF"/>
                </a:solidFill>
                <a:latin typeface="Aptos Display"/>
                <a:ea typeface="Aptos Display"/>
                <a:cs typeface="Aptos Display"/>
              </a:rPr>
              <a:t>NẾU KHÔNG CÓ CÁCH LÀM MỚI THÌ HÃY TƯỞNG TƯỢNG KẾT QUẢ SẼ RA SAO?</a:t>
            </a:r>
          </a:p>
        </p:txBody>
      </p:sp>
      <p:sp>
        <p:nvSpPr>
          <p:cNvPr id="4" name="body-copy">
            <a:extLst>
              <a:ext uri="{FF2B5EF4-FFF2-40B4-BE49-F238E27FC236}">
                <a16:creationId xmlns:a16="http://schemas.microsoft.com/office/drawing/2014/main" id="{4B776479-E5D6-4DF5-B170-2EEFF46B3C3B}"/>
              </a:ext>
            </a:extLst>
          </p:cNvPr>
          <p:cNvSpPr>
            <a:spLocks noGrp="1"/>
          </p:cNvSpPr>
          <p:nvPr/>
        </p:nvSpPr>
        <p:spPr>
          <a:xfrm>
            <a:off x="154781" y="2038041"/>
            <a:ext cx="7372350" cy="3219450"/>
          </a:xfrm>
          <a:prstGeom prst="rect">
            <a:avLst/>
          </a:prstGeom>
          <a:noFill/>
          <a:ln w="0">
            <a:noFill/>
            <a:prstDash val="solid"/>
          </a:ln>
        </p:spPr>
        <p:txBody>
          <a:bodyPr lIns="57150" tIns="38100" rIns="57150" bIns="38100" anchor="ctr">
            <a:normAutofit/>
          </a:bodyPr>
          <a:lstStyle/>
          <a:p>
            <a:pPr marL="0" indent="0" algn="ctr">
              <a:lnSpc>
                <a:spcPct val="110000"/>
              </a:lnSpc>
              <a:spcAft>
                <a:spcPts val="4"/>
              </a:spcAft>
              <a:buNone/>
              <a:defRPr sz="2550" b="1">
                <a:solidFill>
                  <a:srgbClr val="061E4A"/>
                </a:solidFill>
                <a:latin typeface="Aptos"/>
                <a:ea typeface="Aptos"/>
                <a:cs typeface="Aptos"/>
              </a:defRPr>
            </a:pPr>
            <a:r>
              <a:rPr sz="3000" b="1" dirty="0">
                <a:solidFill>
                  <a:srgbClr val="A87518"/>
                </a:solidFill>
                <a:latin typeface="Aptos"/>
                <a:ea typeface="Aptos"/>
                <a:cs typeface="Aptos"/>
              </a:rPr>
              <a:t>KHÔNG THAY ĐỔI</a:t>
            </a:r>
          </a:p>
        </p:txBody>
      </p:sp>
      <p:sp>
        <p:nvSpPr>
          <p:cNvPr id="5" name="icon-badge-iteration-ccw">
            <a:extLst>
              <a:ext uri="{FF2B5EF4-FFF2-40B4-BE49-F238E27FC236}">
                <a16:creationId xmlns:a16="http://schemas.microsoft.com/office/drawing/2014/main" id="{2EC3EF2E-C2C5-4A6A-B70D-CD958A8F1BB7}"/>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31102085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E36899FF-2913-4D8E-823F-B43E6CDB502E}"/>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E8C06C05-7517-40D7-BE24-1E03B3BCEB8F}"/>
              </a:ext>
            </a:extLst>
          </p:cNvPr>
          <p:cNvSpPr>
            <a:spLocks noGrp="1"/>
          </p:cNvSpPr>
          <p:nvPr/>
        </p:nvSpPr>
        <p:spPr>
          <a:xfrm>
            <a:off x="685800" y="2084439"/>
            <a:ext cx="8058150" cy="2172926"/>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3C252B29-AFC1-4B76-893D-94657276CFAB}"/>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vi-VN" sz="3900" b="1" dirty="0">
                <a:solidFill>
                  <a:srgbClr val="FFFFFF"/>
                </a:solidFill>
                <a:latin typeface="Aptos Display"/>
                <a:ea typeface="Aptos Display"/>
                <a:cs typeface="Aptos Display"/>
              </a:rPr>
              <a:t>ĐẠI DƯƠNG XANH</a:t>
            </a:r>
          </a:p>
        </p:txBody>
      </p:sp>
      <p:sp>
        <p:nvSpPr>
          <p:cNvPr id="4" name="body-copy">
            <a:extLst>
              <a:ext uri="{FF2B5EF4-FFF2-40B4-BE49-F238E27FC236}">
                <a16:creationId xmlns:a16="http://schemas.microsoft.com/office/drawing/2014/main" id="{A08C7C63-AFBB-4734-9794-957073897BE6}"/>
              </a:ext>
            </a:extLst>
          </p:cNvPr>
          <p:cNvSpPr>
            <a:spLocks noGrp="1"/>
          </p:cNvSpPr>
          <p:nvPr/>
        </p:nvSpPr>
        <p:spPr>
          <a:xfrm>
            <a:off x="871384" y="1857682"/>
            <a:ext cx="7372350" cy="2399685"/>
          </a:xfrm>
          <a:prstGeom prst="rect">
            <a:avLst/>
          </a:prstGeom>
          <a:noFill/>
          <a:ln w="0">
            <a:noFill/>
            <a:prstDash val="solid"/>
          </a:ln>
        </p:spPr>
        <p:txBody>
          <a:bodyPr lIns="57150" tIns="38100" rIns="57150" bIns="38100" anchor="ctr">
            <a:normAutofit/>
          </a:bodyPr>
          <a:lstStyle/>
          <a:p>
            <a:pPr marL="457212" indent="-457200" algn="l">
              <a:lnSpc>
                <a:spcPct val="110000"/>
              </a:lnSpc>
              <a:spcAft>
                <a:spcPts val="7"/>
              </a:spcAft>
              <a:buFont typeface="Arial" panose="020B0604020202020204" pitchFamily="34" charset="0"/>
              <a:buChar char="•"/>
              <a:defRPr sz="2550" b="1">
                <a:solidFill>
                  <a:srgbClr val="061E4A"/>
                </a:solidFill>
                <a:latin typeface="Aptos"/>
                <a:ea typeface="Aptos"/>
                <a:cs typeface="Aptos"/>
              </a:defRPr>
            </a:pPr>
            <a:r>
              <a:rPr lang="en-US" sz="2550" b="1" dirty="0">
                <a:solidFill>
                  <a:srgbClr val="061E4A"/>
                </a:solidFill>
                <a:latin typeface="Aptos"/>
                <a:ea typeface="Aptos"/>
                <a:cs typeface="Aptos"/>
              </a:rPr>
              <a:t>VÌ KHÔNG LÀM THEO CÁCH CŨ</a:t>
            </a:r>
          </a:p>
          <a:p>
            <a:pPr marL="457212" indent="-457200" algn="l">
              <a:lnSpc>
                <a:spcPct val="110000"/>
              </a:lnSpc>
              <a:spcAft>
                <a:spcPts val="7"/>
              </a:spcAft>
              <a:buFont typeface="Arial" panose="020B0604020202020204" pitchFamily="34" charset="0"/>
              <a:buChar char="•"/>
              <a:defRPr sz="2550" b="1">
                <a:solidFill>
                  <a:srgbClr val="061E4A"/>
                </a:solidFill>
                <a:latin typeface="Aptos"/>
                <a:ea typeface="Aptos"/>
                <a:cs typeface="Aptos"/>
              </a:defRPr>
            </a:pPr>
            <a:r>
              <a:rPr lang="en-US" sz="2550" b="1" dirty="0">
                <a:solidFill>
                  <a:srgbClr val="061E4A"/>
                </a:solidFill>
                <a:latin typeface="Aptos"/>
                <a:ea typeface="Aptos"/>
                <a:cs typeface="Aptos"/>
              </a:rPr>
              <a:t>KHÔNG CÒN ĐỐI THỦ</a:t>
            </a:r>
          </a:p>
        </p:txBody>
      </p:sp>
      <p:sp>
        <p:nvSpPr>
          <p:cNvPr id="5" name="icon-badge-badge-question-mark">
            <a:extLst>
              <a:ext uri="{FF2B5EF4-FFF2-40B4-BE49-F238E27FC236}">
                <a16:creationId xmlns:a16="http://schemas.microsoft.com/office/drawing/2014/main" id="{033E1F85-C071-4110-8151-60E775066846}"/>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22891579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6" name="statement-panel">
            <a:extLst>
              <a:ext uri="{FF2B5EF4-FFF2-40B4-BE49-F238E27FC236}">
                <a16:creationId xmlns:a16="http://schemas.microsoft.com/office/drawing/2014/main" id="{3045C766-F4D3-4230-B6C6-3930C4B0F43E}"/>
              </a:ext>
            </a:extLst>
          </p:cNvPr>
          <p:cNvSpPr>
            <a:spLocks noGrp="1"/>
          </p:cNvSpPr>
          <p:nvPr/>
        </p:nvSpPr>
        <p:spPr>
          <a:xfrm>
            <a:off x="552450" y="2019299"/>
            <a:ext cx="7810500" cy="2493708"/>
          </a:xfrm>
          <a:prstGeom prst="roundRect">
            <a:avLst>
              <a:gd name="adj" fmla="val 5600"/>
            </a:avLst>
          </a:prstGeom>
          <a:solidFill>
            <a:srgbClr val="041A45">
              <a:alpha val="91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tatement-copy">
            <a:extLst>
              <a:ext uri="{FF2B5EF4-FFF2-40B4-BE49-F238E27FC236}">
                <a16:creationId xmlns:a16="http://schemas.microsoft.com/office/drawing/2014/main" id="{3998AE33-8BFD-4257-A415-3E8D600E1993}"/>
              </a:ext>
            </a:extLst>
          </p:cNvPr>
          <p:cNvSpPr>
            <a:spLocks noGrp="1"/>
          </p:cNvSpPr>
          <p:nvPr/>
        </p:nvSpPr>
        <p:spPr>
          <a:xfrm>
            <a:off x="1295400" y="1466850"/>
            <a:ext cx="6610350" cy="3619500"/>
          </a:xfrm>
          <a:prstGeom prst="rect">
            <a:avLst/>
          </a:prstGeom>
          <a:noFill/>
          <a:ln w="0">
            <a:noFill/>
            <a:prstDash val="solid"/>
          </a:ln>
        </p:spPr>
        <p:txBody>
          <a:bodyPr lIns="57150" tIns="38100" rIns="57150" bIns="38100" anchor="ctr">
            <a:normAutofit/>
          </a:bodyPr>
          <a:lstStyle/>
          <a:p>
            <a:pPr marL="457200" indent="-457200" algn="l">
              <a:lnSpc>
                <a:spcPct val="150000"/>
              </a:lnSpc>
              <a:spcAft>
                <a:spcPts val="4"/>
              </a:spcAft>
              <a:buFont typeface="Arial" panose="020B0604020202020204" pitchFamily="34" charset="0"/>
              <a:buChar char="•"/>
              <a:defRPr sz="3600" b="1">
                <a:solidFill>
                  <a:srgbClr val="FFFFFF"/>
                </a:solidFill>
                <a:latin typeface="Aptos Display"/>
                <a:ea typeface="Aptos Display"/>
                <a:cs typeface="Aptos Display"/>
              </a:defRPr>
            </a:pPr>
            <a:r>
              <a:rPr lang="vi-VN" sz="2700" b="1" dirty="0">
                <a:solidFill>
                  <a:srgbClr val="FFFFFF"/>
                </a:solidFill>
                <a:latin typeface="Aptos Display"/>
                <a:ea typeface="Aptos Display"/>
                <a:cs typeface="Aptos Display"/>
              </a:rPr>
              <a:t>ĐÁM ĐÔNG VẪN ĐANG TÌM KIẾM CƠ HỘI</a:t>
            </a:r>
          </a:p>
          <a:p>
            <a:pPr marL="457200" indent="-457200" algn="l">
              <a:spcAft>
                <a:spcPts val="4"/>
              </a:spcAft>
              <a:buFont typeface="Arial" panose="020B0604020202020204" pitchFamily="34" charset="0"/>
              <a:buChar char="•"/>
              <a:defRPr sz="3600" b="1">
                <a:solidFill>
                  <a:srgbClr val="FFFFFF"/>
                </a:solidFill>
                <a:latin typeface="Aptos Display"/>
                <a:ea typeface="Aptos Display"/>
                <a:cs typeface="Aptos Display"/>
              </a:defRPr>
            </a:pPr>
            <a:r>
              <a:rPr lang="vi-VN" sz="2700" b="1" dirty="0">
                <a:solidFill>
                  <a:srgbClr val="FFFFFF"/>
                </a:solidFill>
                <a:latin typeface="Aptos Display"/>
                <a:ea typeface="Aptos Display"/>
                <a:cs typeface="Aptos Display"/>
              </a:rPr>
              <a:t>HỌ MUỐN CÁCH TIẾP CẬN MỚI, CÁCH LÀM KHÁC</a:t>
            </a:r>
          </a:p>
        </p:txBody>
      </p:sp>
      <p:sp>
        <p:nvSpPr>
          <p:cNvPr id="4" name="icon-badge-search-check">
            <a:extLst>
              <a:ext uri="{FF2B5EF4-FFF2-40B4-BE49-F238E27FC236}">
                <a16:creationId xmlns:a16="http://schemas.microsoft.com/office/drawing/2014/main" id="{1B263443-CEB6-4C84-8F09-0AF3ED727669}"/>
              </a:ext>
            </a:extLst>
          </p:cNvPr>
          <p:cNvSpPr>
            <a:spLocks noGrp="1"/>
          </p:cNvSpPr>
          <p:nvPr/>
        </p:nvSpPr>
        <p:spPr>
          <a:xfrm>
            <a:off x="9620250" y="2381250"/>
            <a:ext cx="1447800" cy="14478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0" name="Graphic 9"/>
          <p:cNvPicPr>
            <a:picLocks noChangeAspect="1"/>
          </p:cNvPicPr>
          <p:nvPr/>
        </p:nvPicPr>
        <p:blipFill>
          <a:blip>
            <a:extLst>
              <a:ext uri="{96DAC541-7B7A-43D3-8B79-37D633B846F1}">
                <asvg:svgBlip xmlns:asvg="http://schemas.microsoft.com/office/drawing/2016/SVG/main" r:embed="rId4"/>
              </a:ext>
            </a:extLst>
          </a:blip>
          <a:stretch/>
        </p:blipFill>
        <p:spPr>
          <a:xfrm>
            <a:off x="9953244" y="2714244"/>
            <a:ext cx="781812" cy="781812"/>
          </a:xfrm>
          <a:prstGeom prst="rect">
            <a:avLst/>
          </a:prstGeom>
        </p:spPr>
      </p:pic>
    </p:spTree>
    <p:extLst>
      <p:ext uri="{BB962C8B-B14F-4D97-AF65-F5344CB8AC3E}">
        <p14:creationId xmlns:p14="http://schemas.microsoft.com/office/powerpoint/2010/main" val="9326883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33072CE7-E0E3-4CC6-87A7-481A74C80A77}"/>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7933098A-1562-4C95-A5B9-76A8340503BD}"/>
              </a:ext>
            </a:extLst>
          </p:cNvPr>
          <p:cNvSpPr>
            <a:spLocks noGrp="1"/>
          </p:cNvSpPr>
          <p:nvPr/>
        </p:nvSpPr>
        <p:spPr>
          <a:xfrm>
            <a:off x="685800" y="1619250"/>
            <a:ext cx="8058150" cy="3886200"/>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503B66FB-A5C1-4B18-BF87-4664B29B5EBE}"/>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en-US" sz="3900" b="1" dirty="0">
                <a:solidFill>
                  <a:srgbClr val="FFFFFF"/>
                </a:solidFill>
                <a:latin typeface="Aptos Display"/>
                <a:ea typeface="Aptos Display"/>
                <a:cs typeface="Aptos Display"/>
              </a:rPr>
              <a:t>QUY TRÌNH THÀNH CÔNG MỚI</a:t>
            </a:r>
          </a:p>
        </p:txBody>
      </p:sp>
      <p:sp>
        <p:nvSpPr>
          <p:cNvPr id="4" name="body-copy">
            <a:extLst>
              <a:ext uri="{FF2B5EF4-FFF2-40B4-BE49-F238E27FC236}">
                <a16:creationId xmlns:a16="http://schemas.microsoft.com/office/drawing/2014/main" id="{88C02400-33CB-41D7-B4D3-2FA81B33B502}"/>
              </a:ext>
            </a:extLst>
          </p:cNvPr>
          <p:cNvSpPr>
            <a:spLocks noGrp="1"/>
          </p:cNvSpPr>
          <p:nvPr/>
        </p:nvSpPr>
        <p:spPr>
          <a:xfrm>
            <a:off x="1028700" y="1943100"/>
            <a:ext cx="7372350" cy="3219450"/>
          </a:xfrm>
          <a:prstGeom prst="rect">
            <a:avLst/>
          </a:prstGeom>
          <a:noFill/>
          <a:ln w="0">
            <a:noFill/>
            <a:prstDash val="solid"/>
          </a:ln>
        </p:spPr>
        <p:txBody>
          <a:bodyPr lIns="57150" tIns="38100" rIns="57150" bIns="38100" anchor="t">
            <a:normAutofit/>
          </a:bodyPr>
          <a:lstStyle/>
          <a:p>
            <a:pPr marL="0" indent="0" algn="l">
              <a:lnSpc>
                <a:spcPct val="110000"/>
              </a:lnSpc>
              <a:spcAft>
                <a:spcPts val="4"/>
              </a:spcAft>
              <a:buNone/>
              <a:defRPr sz="2025" b="0">
                <a:solidFill>
                  <a:srgbClr val="061E4A"/>
                </a:solidFill>
                <a:latin typeface="Aptos"/>
                <a:ea typeface="Aptos"/>
                <a:cs typeface="Aptos"/>
              </a:defRPr>
            </a:pPr>
            <a:r>
              <a:rPr lang="vi-VN" sz="2025" b="1" dirty="0">
                <a:solidFill>
                  <a:schemeClr val="tx2">
                    <a:lumMod val="75000"/>
                  </a:schemeClr>
                </a:solidFill>
                <a:latin typeface="Aptos"/>
                <a:ea typeface="Aptos"/>
                <a:cs typeface="Aptos"/>
              </a:rPr>
              <a:t>CHÈO KÉO, MỜI THÀNH VIÊN → HÚT (THÔNG QUA PHỄU, ONLINE, MIỄN PHÍ)</a:t>
            </a:r>
            <a:endParaRPr lang="en-US" sz="2025" b="1" dirty="0">
              <a:solidFill>
                <a:schemeClr val="tx2">
                  <a:lumMod val="75000"/>
                </a:schemeClr>
              </a:solidFill>
              <a:latin typeface="Aptos"/>
              <a:ea typeface="Aptos"/>
              <a:cs typeface="Aptos"/>
            </a:endParaRPr>
          </a:p>
          <a:p>
            <a:pPr marL="0" indent="0" algn="l">
              <a:lnSpc>
                <a:spcPct val="110000"/>
              </a:lnSpc>
              <a:spcAft>
                <a:spcPts val="4"/>
              </a:spcAft>
              <a:buNone/>
              <a:defRPr sz="2025" b="0">
                <a:solidFill>
                  <a:srgbClr val="061E4A"/>
                </a:solidFill>
                <a:latin typeface="Aptos"/>
                <a:ea typeface="Aptos"/>
                <a:cs typeface="Aptos"/>
              </a:defRPr>
            </a:pPr>
            <a:endParaRPr lang="vi-VN" sz="2025" b="1" dirty="0">
              <a:solidFill>
                <a:schemeClr val="tx2">
                  <a:lumMod val="75000"/>
                </a:schemeClr>
              </a:solidFill>
              <a:latin typeface="Aptos"/>
              <a:ea typeface="Aptos"/>
              <a:cs typeface="Aptos"/>
            </a:endParaRPr>
          </a:p>
          <a:p>
            <a:pPr marL="0" indent="0" algn="l">
              <a:lnSpc>
                <a:spcPct val="110000"/>
              </a:lnSpc>
              <a:spcAft>
                <a:spcPts val="4"/>
              </a:spcAft>
              <a:buNone/>
              <a:defRPr sz="2025" b="0">
                <a:solidFill>
                  <a:srgbClr val="061E4A"/>
                </a:solidFill>
                <a:latin typeface="Aptos"/>
                <a:ea typeface="Aptos"/>
                <a:cs typeface="Aptos"/>
              </a:defRPr>
            </a:pPr>
            <a:r>
              <a:rPr lang="vi-VN" sz="2025" b="1" dirty="0">
                <a:solidFill>
                  <a:schemeClr val="tx2">
                    <a:lumMod val="75000"/>
                  </a:schemeClr>
                </a:solidFill>
                <a:latin typeface="Aptos"/>
                <a:ea typeface="Aptos"/>
                <a:cs typeface="Aptos"/>
              </a:rPr>
              <a:t>TIẾP CẬN TỪNG NGƯỜI → PHỄU ONLINE (NÓI CHUYỆN VỚI NHIỀU NGƯỜI)</a:t>
            </a:r>
            <a:endParaRPr lang="en-US" sz="2025" b="1" dirty="0">
              <a:solidFill>
                <a:schemeClr val="tx2">
                  <a:lumMod val="75000"/>
                </a:schemeClr>
              </a:solidFill>
              <a:latin typeface="Aptos"/>
              <a:ea typeface="Aptos"/>
              <a:cs typeface="Aptos"/>
            </a:endParaRPr>
          </a:p>
          <a:p>
            <a:pPr marL="0" indent="0" algn="l">
              <a:lnSpc>
                <a:spcPct val="110000"/>
              </a:lnSpc>
              <a:spcAft>
                <a:spcPts val="4"/>
              </a:spcAft>
              <a:buNone/>
              <a:defRPr sz="2025" b="0">
                <a:solidFill>
                  <a:srgbClr val="061E4A"/>
                </a:solidFill>
                <a:latin typeface="Aptos"/>
                <a:ea typeface="Aptos"/>
                <a:cs typeface="Aptos"/>
              </a:defRPr>
            </a:pPr>
            <a:endParaRPr lang="vi-VN" sz="2025" b="1" dirty="0">
              <a:solidFill>
                <a:schemeClr val="tx2">
                  <a:lumMod val="75000"/>
                </a:schemeClr>
              </a:solidFill>
              <a:latin typeface="Aptos"/>
              <a:ea typeface="Aptos"/>
              <a:cs typeface="Aptos"/>
            </a:endParaRPr>
          </a:p>
          <a:p>
            <a:pPr marL="0" indent="0" algn="l">
              <a:lnSpc>
                <a:spcPct val="110000"/>
              </a:lnSpc>
              <a:spcAft>
                <a:spcPts val="4"/>
              </a:spcAft>
              <a:buNone/>
              <a:defRPr sz="2025" b="0">
                <a:solidFill>
                  <a:srgbClr val="061E4A"/>
                </a:solidFill>
                <a:latin typeface="Aptos"/>
                <a:ea typeface="Aptos"/>
                <a:cs typeface="Aptos"/>
              </a:defRPr>
            </a:pPr>
            <a:r>
              <a:rPr lang="vi-VN" sz="2025" b="1" dirty="0">
                <a:solidFill>
                  <a:schemeClr val="tx2">
                    <a:lumMod val="75000"/>
                  </a:schemeClr>
                </a:solidFill>
                <a:latin typeface="Aptos"/>
                <a:ea typeface="Aptos"/>
                <a:cs typeface="Aptos"/>
              </a:rPr>
              <a:t>BĂNG CASSETTE → THUYẾT TRÌNH TỰ ĐỘNG</a:t>
            </a:r>
          </a:p>
        </p:txBody>
      </p:sp>
      <p:sp>
        <p:nvSpPr>
          <p:cNvPr id="5" name="icon-badge-list-filter">
            <a:extLst>
              <a:ext uri="{FF2B5EF4-FFF2-40B4-BE49-F238E27FC236}">
                <a16:creationId xmlns:a16="http://schemas.microsoft.com/office/drawing/2014/main" id="{5E9F68C8-052E-428F-8D80-4C1A1ABEE384}"/>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14314432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48365E70-78BF-485D-BFBE-ECA1F5CCDD64}"/>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EE7354C4-B0FD-486C-8C1A-2B68B782643B}"/>
              </a:ext>
            </a:extLst>
          </p:cNvPr>
          <p:cNvSpPr>
            <a:spLocks noGrp="1"/>
          </p:cNvSpPr>
          <p:nvPr/>
        </p:nvSpPr>
        <p:spPr>
          <a:xfrm>
            <a:off x="685800" y="2671762"/>
            <a:ext cx="8058150" cy="1782249"/>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01895F42-440F-4A21-97D1-C6700E7A5075}"/>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600" b="1">
                <a:solidFill>
                  <a:srgbClr val="FFFFFF"/>
                </a:solidFill>
                <a:latin typeface="Aptos Display"/>
                <a:ea typeface="Aptos Display"/>
                <a:cs typeface="Aptos Display"/>
              </a:defRPr>
            </a:pPr>
            <a:r>
              <a:rPr lang="vi-VN" sz="3600" b="1" dirty="0">
                <a:solidFill>
                  <a:srgbClr val="FFFFFF"/>
                </a:solidFill>
                <a:latin typeface="Aptos Display"/>
                <a:ea typeface="Aptos Display"/>
                <a:cs typeface="Aptos Display"/>
              </a:rPr>
              <a:t>BÍ MẬT CỦA NGƯỜI THÀNH CÔNG VƯỢT TRỘI</a:t>
            </a:r>
          </a:p>
        </p:txBody>
      </p:sp>
      <p:sp>
        <p:nvSpPr>
          <p:cNvPr id="4" name="body-copy">
            <a:extLst>
              <a:ext uri="{FF2B5EF4-FFF2-40B4-BE49-F238E27FC236}">
                <a16:creationId xmlns:a16="http://schemas.microsoft.com/office/drawing/2014/main" id="{067F7F45-E5C5-4BC2-B8F3-6DA11308E162}"/>
              </a:ext>
            </a:extLst>
          </p:cNvPr>
          <p:cNvSpPr>
            <a:spLocks noGrp="1"/>
          </p:cNvSpPr>
          <p:nvPr/>
        </p:nvSpPr>
        <p:spPr>
          <a:xfrm>
            <a:off x="1028700" y="1943100"/>
            <a:ext cx="7372350" cy="3219450"/>
          </a:xfrm>
          <a:prstGeom prst="rect">
            <a:avLst/>
          </a:prstGeom>
          <a:noFill/>
          <a:ln w="0">
            <a:noFill/>
            <a:prstDash val="solid"/>
          </a:ln>
        </p:spPr>
        <p:txBody>
          <a:bodyPr lIns="57150" tIns="38100" rIns="57150" bIns="38100" anchor="ctr">
            <a:normAutofit/>
          </a:bodyPr>
          <a:lstStyle/>
          <a:p>
            <a:pPr marL="0" indent="0" algn="l">
              <a:lnSpc>
                <a:spcPct val="110000"/>
              </a:lnSpc>
              <a:spcAft>
                <a:spcPts val="4"/>
              </a:spcAft>
              <a:buNone/>
              <a:defRPr sz="2550" b="1">
                <a:solidFill>
                  <a:srgbClr val="061E4A"/>
                </a:solidFill>
                <a:latin typeface="Aptos"/>
                <a:ea typeface="Aptos"/>
                <a:cs typeface="Aptos"/>
              </a:defRPr>
            </a:pPr>
            <a:r>
              <a:rPr lang="en-US" sz="2700" b="1" dirty="0">
                <a:solidFill>
                  <a:srgbClr val="061E4A"/>
                </a:solidFill>
                <a:latin typeface="Aptos"/>
                <a:ea typeface="Aptos"/>
                <a:cs typeface="Aptos"/>
              </a:rPr>
              <a:t>CÓ KÊNH TRUYỀN THÔNG RIÊNG</a:t>
            </a:r>
          </a:p>
        </p:txBody>
      </p:sp>
      <p:sp>
        <p:nvSpPr>
          <p:cNvPr id="5" name="icon-badge-radio-tower">
            <a:extLst>
              <a:ext uri="{FF2B5EF4-FFF2-40B4-BE49-F238E27FC236}">
                <a16:creationId xmlns:a16="http://schemas.microsoft.com/office/drawing/2014/main" id="{6930C20B-2DB3-440B-BB90-D76A379C2952}"/>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8161067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A11313C0-99FD-4B95-B701-5A1B4D6D61BB}"/>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73FDCE88-E8F1-4E2C-981B-3A5D20312F47}"/>
              </a:ext>
            </a:extLst>
          </p:cNvPr>
          <p:cNvSpPr>
            <a:spLocks noGrp="1"/>
          </p:cNvSpPr>
          <p:nvPr/>
        </p:nvSpPr>
        <p:spPr>
          <a:xfrm>
            <a:off x="685800" y="1619250"/>
            <a:ext cx="8058150" cy="3886200"/>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CF82B945-B460-482C-993D-540640189B3D}"/>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vi-VN" sz="3900" b="1" dirty="0">
                <a:solidFill>
                  <a:srgbClr val="FFFFFF"/>
                </a:solidFill>
                <a:latin typeface="Aptos Display"/>
                <a:ea typeface="Aptos Display"/>
                <a:cs typeface="Aptos Display"/>
              </a:rPr>
              <a:t>CÔNG THỨC RÕ RÀNG CHO THỊ TRƯỜNG</a:t>
            </a:r>
          </a:p>
        </p:txBody>
      </p:sp>
      <p:sp>
        <p:nvSpPr>
          <p:cNvPr id="4" name="body-copy">
            <a:extLst>
              <a:ext uri="{FF2B5EF4-FFF2-40B4-BE49-F238E27FC236}">
                <a16:creationId xmlns:a16="http://schemas.microsoft.com/office/drawing/2014/main" id="{1CEDD642-6863-4FDF-9588-994F60C63C1E}"/>
              </a:ext>
            </a:extLst>
          </p:cNvPr>
          <p:cNvSpPr>
            <a:spLocks noGrp="1"/>
          </p:cNvSpPr>
          <p:nvPr/>
        </p:nvSpPr>
        <p:spPr>
          <a:xfrm>
            <a:off x="1028700" y="1943100"/>
            <a:ext cx="7372350" cy="3219450"/>
          </a:xfrm>
          <a:prstGeom prst="rect">
            <a:avLst/>
          </a:prstGeom>
          <a:noFill/>
          <a:ln w="0">
            <a:noFill/>
            <a:prstDash val="solid"/>
          </a:ln>
        </p:spPr>
        <p:txBody>
          <a:bodyPr lIns="57150" tIns="38100" rIns="57150" bIns="38100" anchor="t">
            <a:noAutofit/>
          </a:bodyPr>
          <a:lstStyle/>
          <a:p>
            <a:pPr marL="0" indent="0" algn="l">
              <a:lnSpc>
                <a:spcPct val="110000"/>
              </a:lnSpc>
              <a:spcAft>
                <a:spcPts val="4"/>
              </a:spcAft>
              <a:buNone/>
              <a:defRPr sz="1725" b="0">
                <a:solidFill>
                  <a:srgbClr val="061E4A"/>
                </a:solidFill>
                <a:latin typeface="Aptos"/>
                <a:ea typeface="Aptos"/>
                <a:cs typeface="Aptos"/>
              </a:defRPr>
            </a:pPr>
            <a:r>
              <a:rPr lang="vi-VN" sz="2300" b="1" dirty="0">
                <a:solidFill>
                  <a:schemeClr val="tx2">
                    <a:lumMod val="75000"/>
                  </a:schemeClr>
                </a:solidFill>
                <a:latin typeface="Aptos"/>
                <a:ea typeface="Aptos"/>
                <a:cs typeface="Aptos"/>
              </a:rPr>
              <a:t>AI SỞ HỮU PHƯƠNG TIỆN TRUYỀN THÔNG → SỞ HỮU ĐÁM ĐÔNG</a:t>
            </a:r>
            <a:endParaRPr lang="en-US" sz="2300" b="1" dirty="0">
              <a:solidFill>
                <a:schemeClr val="tx2">
                  <a:lumMod val="75000"/>
                </a:schemeClr>
              </a:solidFill>
              <a:latin typeface="Aptos"/>
              <a:ea typeface="Aptos"/>
              <a:cs typeface="Aptos"/>
            </a:endParaRPr>
          </a:p>
          <a:p>
            <a:pPr marL="0" indent="0" algn="l">
              <a:lnSpc>
                <a:spcPct val="110000"/>
              </a:lnSpc>
              <a:spcAft>
                <a:spcPts val="4"/>
              </a:spcAft>
              <a:buNone/>
              <a:defRPr sz="1725" b="0">
                <a:solidFill>
                  <a:srgbClr val="061E4A"/>
                </a:solidFill>
                <a:latin typeface="Aptos"/>
                <a:ea typeface="Aptos"/>
                <a:cs typeface="Aptos"/>
              </a:defRPr>
            </a:pPr>
            <a:endParaRPr lang="vi-VN" sz="2300" b="1" dirty="0">
              <a:solidFill>
                <a:schemeClr val="tx2">
                  <a:lumMod val="75000"/>
                </a:schemeClr>
              </a:solidFill>
              <a:latin typeface="Aptos"/>
              <a:ea typeface="Aptos"/>
              <a:cs typeface="Aptos"/>
            </a:endParaRPr>
          </a:p>
          <a:p>
            <a:pPr marL="0" indent="0" algn="l">
              <a:lnSpc>
                <a:spcPct val="110000"/>
              </a:lnSpc>
              <a:spcAft>
                <a:spcPts val="4"/>
              </a:spcAft>
              <a:buNone/>
              <a:defRPr sz="1725" b="0">
                <a:solidFill>
                  <a:srgbClr val="061E4A"/>
                </a:solidFill>
                <a:latin typeface="Aptos"/>
                <a:ea typeface="Aptos"/>
                <a:cs typeface="Aptos"/>
              </a:defRPr>
            </a:pPr>
            <a:r>
              <a:rPr lang="vi-VN" sz="2300" b="1" dirty="0">
                <a:solidFill>
                  <a:schemeClr val="tx2">
                    <a:lumMod val="75000"/>
                  </a:schemeClr>
                </a:solidFill>
                <a:latin typeface="Aptos"/>
                <a:ea typeface="Aptos"/>
                <a:cs typeface="Aptos"/>
              </a:rPr>
              <a:t>AI SỞ HỮU ĐÁM ĐÔNG → SỞ HỮU THỊ TRƯỜNG</a:t>
            </a:r>
            <a:endParaRPr lang="en-US" sz="2300" b="1" dirty="0">
              <a:solidFill>
                <a:schemeClr val="tx2">
                  <a:lumMod val="75000"/>
                </a:schemeClr>
              </a:solidFill>
              <a:latin typeface="Aptos"/>
              <a:ea typeface="Aptos"/>
              <a:cs typeface="Aptos"/>
            </a:endParaRPr>
          </a:p>
          <a:p>
            <a:pPr marL="0" indent="0" algn="l">
              <a:lnSpc>
                <a:spcPct val="110000"/>
              </a:lnSpc>
              <a:spcAft>
                <a:spcPts val="4"/>
              </a:spcAft>
              <a:buNone/>
              <a:defRPr sz="1725" b="0">
                <a:solidFill>
                  <a:srgbClr val="061E4A"/>
                </a:solidFill>
                <a:latin typeface="Aptos"/>
                <a:ea typeface="Aptos"/>
                <a:cs typeface="Aptos"/>
              </a:defRPr>
            </a:pPr>
            <a:endParaRPr lang="vi-VN" sz="2300" b="1" dirty="0">
              <a:solidFill>
                <a:schemeClr val="tx2">
                  <a:lumMod val="75000"/>
                </a:schemeClr>
              </a:solidFill>
              <a:latin typeface="Aptos"/>
              <a:ea typeface="Aptos"/>
              <a:cs typeface="Aptos"/>
            </a:endParaRPr>
          </a:p>
          <a:p>
            <a:pPr marL="0" indent="0" algn="l">
              <a:lnSpc>
                <a:spcPct val="110000"/>
              </a:lnSpc>
              <a:spcAft>
                <a:spcPts val="4"/>
              </a:spcAft>
              <a:buNone/>
              <a:defRPr sz="1725" b="0">
                <a:solidFill>
                  <a:srgbClr val="061E4A"/>
                </a:solidFill>
                <a:latin typeface="Aptos"/>
                <a:ea typeface="Aptos"/>
                <a:cs typeface="Aptos"/>
              </a:defRPr>
            </a:pPr>
            <a:r>
              <a:rPr lang="vi-VN" sz="2300" b="1" dirty="0">
                <a:solidFill>
                  <a:schemeClr val="tx2">
                    <a:lumMod val="75000"/>
                  </a:schemeClr>
                </a:solidFill>
                <a:latin typeface="Aptos"/>
                <a:ea typeface="Aptos"/>
                <a:cs typeface="Aptos"/>
              </a:rPr>
              <a:t>AI SỞ HỮU THỊ TRƯỜNG → SỞ HỮU CÔNG VIỆC KINH DOANH VỚI HÀNG TẤN ĐƠN HÀNG</a:t>
            </a:r>
          </a:p>
        </p:txBody>
      </p:sp>
      <p:sp>
        <p:nvSpPr>
          <p:cNvPr id="5" name="icon-badge-antenna">
            <a:extLst>
              <a:ext uri="{FF2B5EF4-FFF2-40B4-BE49-F238E27FC236}">
                <a16:creationId xmlns:a16="http://schemas.microsoft.com/office/drawing/2014/main" id="{B8486468-C150-402A-84B3-588A0BD9D6BA}"/>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16955791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99EA8C42-62E7-40DE-8F3C-9F381EFAAACD}"/>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129AB765-7420-4ABD-BF2B-5DA86A043D63}"/>
              </a:ext>
            </a:extLst>
          </p:cNvPr>
          <p:cNvSpPr>
            <a:spLocks noGrp="1"/>
          </p:cNvSpPr>
          <p:nvPr/>
        </p:nvSpPr>
        <p:spPr>
          <a:xfrm>
            <a:off x="685800" y="1619250"/>
            <a:ext cx="8058150" cy="3886200"/>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53D6CE9B-3074-431B-827B-0ACEAC42767B}"/>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en-US" sz="3900" b="1" dirty="0">
                <a:solidFill>
                  <a:srgbClr val="FFFFFF"/>
                </a:solidFill>
                <a:latin typeface="Aptos Display"/>
                <a:ea typeface="Aptos Display"/>
                <a:cs typeface="Aptos Display"/>
              </a:rPr>
              <a:t>BÍ MẬT</a:t>
            </a:r>
          </a:p>
        </p:txBody>
      </p:sp>
      <p:sp>
        <p:nvSpPr>
          <p:cNvPr id="4" name="body-copy">
            <a:extLst>
              <a:ext uri="{FF2B5EF4-FFF2-40B4-BE49-F238E27FC236}">
                <a16:creationId xmlns:a16="http://schemas.microsoft.com/office/drawing/2014/main" id="{55835D49-3AFD-4FC9-AD1B-ABC1C84DC435}"/>
              </a:ext>
            </a:extLst>
          </p:cNvPr>
          <p:cNvSpPr>
            <a:spLocks noGrp="1"/>
          </p:cNvSpPr>
          <p:nvPr/>
        </p:nvSpPr>
        <p:spPr>
          <a:xfrm>
            <a:off x="1028700" y="1943100"/>
            <a:ext cx="7372350" cy="3219450"/>
          </a:xfrm>
          <a:prstGeom prst="rect">
            <a:avLst/>
          </a:prstGeom>
          <a:noFill/>
          <a:ln w="0">
            <a:noFill/>
            <a:prstDash val="solid"/>
          </a:ln>
        </p:spPr>
        <p:txBody>
          <a:bodyPr lIns="57150" tIns="38100" rIns="57150" bIns="38100" anchor="t">
            <a:normAutofit/>
          </a:bodyPr>
          <a:lstStyle/>
          <a:p>
            <a:pPr marL="457212" indent="-457200" algn="l">
              <a:lnSpc>
                <a:spcPct val="110000"/>
              </a:lnSpc>
              <a:spcAft>
                <a:spcPts val="7"/>
              </a:spcAft>
              <a:buFont typeface="Arial" panose="020B0604020202020204" pitchFamily="34" charset="0"/>
              <a:buChar char="•"/>
              <a:defRPr sz="2550" b="1">
                <a:solidFill>
                  <a:srgbClr val="061E4A"/>
                </a:solidFill>
                <a:latin typeface="Aptos"/>
                <a:ea typeface="Aptos"/>
                <a:cs typeface="Aptos"/>
              </a:defRPr>
            </a:pPr>
            <a:r>
              <a:rPr lang="en-US" sz="2550" b="1" dirty="0">
                <a:solidFill>
                  <a:srgbClr val="A87518"/>
                </a:solidFill>
                <a:latin typeface="Aptos"/>
                <a:ea typeface="Aptos"/>
                <a:cs typeface="Aptos"/>
              </a:rPr>
              <a:t>NHANH</a:t>
            </a:r>
            <a:r>
              <a:rPr lang="en-US" sz="2550" b="1" dirty="0">
                <a:solidFill>
                  <a:srgbClr val="061E4A"/>
                </a:solidFill>
                <a:latin typeface="Aptos"/>
                <a:ea typeface="Aptos"/>
                <a:cs typeface="Aptos"/>
              </a:rPr>
              <a:t> </a:t>
            </a:r>
            <a:r>
              <a:rPr lang="en-US" sz="2550" b="1" dirty="0">
                <a:solidFill>
                  <a:srgbClr val="A87518"/>
                </a:solidFill>
                <a:latin typeface="Aptos"/>
                <a:ea typeface="Aptos"/>
                <a:cs typeface="Aptos"/>
              </a:rPr>
              <a:t>NHIỀU</a:t>
            </a:r>
          </a:p>
          <a:p>
            <a:pPr marL="12" algn="l">
              <a:lnSpc>
                <a:spcPct val="110000"/>
              </a:lnSpc>
              <a:spcAft>
                <a:spcPts val="7"/>
              </a:spcAft>
              <a:defRPr sz="2550" b="1">
                <a:solidFill>
                  <a:srgbClr val="061E4A"/>
                </a:solidFill>
                <a:latin typeface="Aptos"/>
                <a:ea typeface="Aptos"/>
                <a:cs typeface="Aptos"/>
              </a:defRPr>
            </a:pPr>
            <a:endParaRPr lang="en-US" sz="2550" b="1" dirty="0">
              <a:solidFill>
                <a:srgbClr val="A87518"/>
              </a:solidFill>
              <a:latin typeface="Aptos"/>
              <a:ea typeface="Aptos"/>
              <a:cs typeface="Aptos"/>
            </a:endParaRPr>
          </a:p>
          <a:p>
            <a:pPr marL="457212" indent="-457200" algn="l">
              <a:lnSpc>
                <a:spcPct val="110000"/>
              </a:lnSpc>
              <a:spcAft>
                <a:spcPts val="7"/>
              </a:spcAft>
              <a:buFont typeface="Arial" panose="020B0604020202020204" pitchFamily="34" charset="0"/>
              <a:buChar char="•"/>
              <a:defRPr sz="2550" b="1">
                <a:solidFill>
                  <a:srgbClr val="061E4A"/>
                </a:solidFill>
                <a:latin typeface="Aptos"/>
                <a:ea typeface="Aptos"/>
                <a:cs typeface="Aptos"/>
              </a:defRPr>
            </a:pPr>
            <a:r>
              <a:rPr lang="en-US" sz="2550" b="1" dirty="0">
                <a:solidFill>
                  <a:srgbClr val="061E4A"/>
                </a:solidFill>
                <a:latin typeface="Aptos"/>
                <a:ea typeface="Aptos"/>
                <a:cs typeface="Aptos"/>
              </a:rPr>
              <a:t>NHÂN BẢN VÔ HẠN</a:t>
            </a:r>
          </a:p>
          <a:p>
            <a:pPr marL="12" algn="l">
              <a:lnSpc>
                <a:spcPct val="110000"/>
              </a:lnSpc>
              <a:spcAft>
                <a:spcPts val="7"/>
              </a:spcAft>
              <a:defRPr sz="2550" b="1">
                <a:solidFill>
                  <a:srgbClr val="061E4A"/>
                </a:solidFill>
                <a:latin typeface="Aptos"/>
                <a:ea typeface="Aptos"/>
                <a:cs typeface="Aptos"/>
              </a:defRPr>
            </a:pPr>
            <a:endParaRPr lang="en-US" sz="2550" b="1" dirty="0">
              <a:solidFill>
                <a:srgbClr val="061E4A"/>
              </a:solidFill>
              <a:latin typeface="Aptos"/>
              <a:ea typeface="Aptos"/>
              <a:cs typeface="Aptos"/>
            </a:endParaRPr>
          </a:p>
          <a:p>
            <a:pPr marL="457212" indent="-457200" algn="l">
              <a:lnSpc>
                <a:spcPct val="110000"/>
              </a:lnSpc>
              <a:spcAft>
                <a:spcPts val="7"/>
              </a:spcAft>
              <a:buFont typeface="Arial" panose="020B0604020202020204" pitchFamily="34" charset="0"/>
              <a:buChar char="•"/>
              <a:defRPr sz="2550" b="1">
                <a:solidFill>
                  <a:srgbClr val="061E4A"/>
                </a:solidFill>
                <a:latin typeface="Aptos"/>
                <a:ea typeface="Aptos"/>
                <a:cs typeface="Aptos"/>
              </a:defRPr>
            </a:pPr>
            <a:r>
              <a:rPr lang="en-US" sz="2550" b="1" dirty="0">
                <a:solidFill>
                  <a:srgbClr val="061E4A"/>
                </a:solidFill>
                <a:latin typeface="Aptos"/>
                <a:ea typeface="Aptos"/>
                <a:cs typeface="Aptos"/>
              </a:rPr>
              <a:t>CÔNG SỨC ÍT NHẤT</a:t>
            </a:r>
          </a:p>
        </p:txBody>
      </p:sp>
      <p:sp>
        <p:nvSpPr>
          <p:cNvPr id="5" name="icon-badge-gem">
            <a:extLst>
              <a:ext uri="{FF2B5EF4-FFF2-40B4-BE49-F238E27FC236}">
                <a16:creationId xmlns:a16="http://schemas.microsoft.com/office/drawing/2014/main" id="{F9C3E046-8346-4C2C-91C8-84E3020C386A}"/>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31513229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ADBD95E9-7B16-45BC-926B-C836004D82C7}"/>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7A792B17-FB6D-47B2-8302-DFD0C3C6BCC6}"/>
              </a:ext>
            </a:extLst>
          </p:cNvPr>
          <p:cNvSpPr>
            <a:spLocks noGrp="1"/>
          </p:cNvSpPr>
          <p:nvPr/>
        </p:nvSpPr>
        <p:spPr>
          <a:xfrm>
            <a:off x="685800" y="1619250"/>
            <a:ext cx="8058150" cy="3886200"/>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5A8FC8F1-908D-4E16-9E10-4BC0DCAFE763}"/>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en-US" sz="3900" b="1" dirty="0">
                <a:solidFill>
                  <a:srgbClr val="FFFFFF"/>
                </a:solidFill>
                <a:latin typeface="Aptos Display"/>
                <a:ea typeface="Aptos Display"/>
                <a:cs typeface="Aptos Display"/>
              </a:rPr>
              <a:t>TƯ DUY SỢ KHÓ</a:t>
            </a:r>
            <a:endParaRPr sz="3900" b="1" dirty="0">
              <a:solidFill>
                <a:srgbClr val="FFFFFF"/>
              </a:solidFill>
              <a:latin typeface="Aptos Display"/>
              <a:ea typeface="Aptos Display"/>
              <a:cs typeface="Aptos Display"/>
            </a:endParaRPr>
          </a:p>
        </p:txBody>
      </p:sp>
      <p:sp>
        <p:nvSpPr>
          <p:cNvPr id="4" name="body-copy">
            <a:extLst>
              <a:ext uri="{FF2B5EF4-FFF2-40B4-BE49-F238E27FC236}">
                <a16:creationId xmlns:a16="http://schemas.microsoft.com/office/drawing/2014/main" id="{A2E91DA2-E852-48DA-88F6-05C4205432F6}"/>
              </a:ext>
            </a:extLst>
          </p:cNvPr>
          <p:cNvSpPr>
            <a:spLocks noGrp="1"/>
          </p:cNvSpPr>
          <p:nvPr/>
        </p:nvSpPr>
        <p:spPr>
          <a:xfrm>
            <a:off x="1028700" y="1943100"/>
            <a:ext cx="7372350" cy="3219450"/>
          </a:xfrm>
          <a:prstGeom prst="rect">
            <a:avLst/>
          </a:prstGeom>
          <a:noFill/>
          <a:ln w="0">
            <a:noFill/>
            <a:prstDash val="solid"/>
          </a:ln>
        </p:spPr>
        <p:txBody>
          <a:bodyPr lIns="57150" tIns="38100" rIns="57150" bIns="38100" anchor="t">
            <a:normAutofit lnSpcReduction="10000"/>
          </a:bodyPr>
          <a:lstStyle/>
          <a:p>
            <a:pPr marL="24" indent="-12" algn="l">
              <a:lnSpc>
                <a:spcPct val="110000"/>
              </a:lnSpc>
              <a:spcAft>
                <a:spcPts val="7"/>
              </a:spcAft>
              <a:buNone/>
              <a:defRPr sz="2250" b="0">
                <a:solidFill>
                  <a:srgbClr val="061E4A"/>
                </a:solidFill>
                <a:latin typeface="Aptos"/>
                <a:ea typeface="Aptos"/>
                <a:cs typeface="Aptos"/>
              </a:defRPr>
            </a:pPr>
            <a:r>
              <a:rPr lang="vi-VN" sz="2250" b="1" dirty="0">
                <a:solidFill>
                  <a:schemeClr val="tx2">
                    <a:lumMod val="75000"/>
                  </a:schemeClr>
                </a:solidFill>
                <a:latin typeface="Aptos"/>
                <a:ea typeface="Aptos"/>
                <a:cs typeface="Aptos"/>
              </a:rPr>
              <a:t>QUÁ NHIỀU VIỆC KHÓ, SỢ KHÔNG THỂ LÀM NỔI</a:t>
            </a:r>
            <a:endParaRPr lang="en-US" sz="2250" b="1" dirty="0">
              <a:solidFill>
                <a:schemeClr val="tx2">
                  <a:lumMod val="75000"/>
                </a:schemeClr>
              </a:solidFill>
              <a:latin typeface="Aptos"/>
              <a:ea typeface="Aptos"/>
              <a:cs typeface="Aptos"/>
            </a:endParaRPr>
          </a:p>
          <a:p>
            <a:pPr marL="24" indent="-12" algn="l">
              <a:lnSpc>
                <a:spcPct val="110000"/>
              </a:lnSpc>
              <a:spcAft>
                <a:spcPts val="7"/>
              </a:spcAft>
              <a:buNone/>
              <a:defRPr sz="2250" b="0">
                <a:solidFill>
                  <a:srgbClr val="061E4A"/>
                </a:solidFill>
                <a:latin typeface="Aptos"/>
                <a:ea typeface="Aptos"/>
                <a:cs typeface="Aptos"/>
              </a:defRPr>
            </a:pPr>
            <a:endParaRPr lang="vi-VN" sz="2250" b="1" dirty="0">
              <a:solidFill>
                <a:schemeClr val="tx2">
                  <a:lumMod val="75000"/>
                </a:schemeClr>
              </a:solidFill>
              <a:latin typeface="Aptos"/>
              <a:ea typeface="Aptos"/>
              <a:cs typeface="Aptos"/>
            </a:endParaRPr>
          </a:p>
          <a:p>
            <a:pPr marL="24" indent="-12" algn="l">
              <a:lnSpc>
                <a:spcPct val="110000"/>
              </a:lnSpc>
              <a:spcAft>
                <a:spcPts val="7"/>
              </a:spcAft>
              <a:buNone/>
              <a:defRPr sz="2250" b="0">
                <a:solidFill>
                  <a:srgbClr val="061E4A"/>
                </a:solidFill>
                <a:latin typeface="Aptos"/>
                <a:ea typeface="Aptos"/>
                <a:cs typeface="Aptos"/>
              </a:defRPr>
            </a:pPr>
            <a:r>
              <a:rPr lang="vi-VN" sz="2250" b="1" dirty="0">
                <a:solidFill>
                  <a:schemeClr val="tx2">
                    <a:lumMod val="75000"/>
                  </a:schemeClr>
                </a:solidFill>
                <a:latin typeface="Aptos"/>
                <a:ea typeface="Aptos"/>
                <a:cs typeface="Aptos"/>
              </a:rPr>
              <a:t>XÂY THƯƠNG HIỆU</a:t>
            </a:r>
            <a:endParaRPr lang="en-US" sz="2250" b="1" dirty="0">
              <a:solidFill>
                <a:schemeClr val="tx2">
                  <a:lumMod val="75000"/>
                </a:schemeClr>
              </a:solidFill>
              <a:latin typeface="Aptos"/>
              <a:ea typeface="Aptos"/>
              <a:cs typeface="Aptos"/>
            </a:endParaRPr>
          </a:p>
          <a:p>
            <a:pPr marL="24" indent="-12" algn="l">
              <a:lnSpc>
                <a:spcPct val="110000"/>
              </a:lnSpc>
              <a:spcAft>
                <a:spcPts val="7"/>
              </a:spcAft>
              <a:buNone/>
              <a:defRPr sz="2250" b="0">
                <a:solidFill>
                  <a:srgbClr val="061E4A"/>
                </a:solidFill>
                <a:latin typeface="Aptos"/>
                <a:ea typeface="Aptos"/>
                <a:cs typeface="Aptos"/>
              </a:defRPr>
            </a:pPr>
            <a:endParaRPr lang="vi-VN" sz="2250" b="1" dirty="0">
              <a:solidFill>
                <a:schemeClr val="tx2">
                  <a:lumMod val="75000"/>
                </a:schemeClr>
              </a:solidFill>
              <a:latin typeface="Aptos"/>
              <a:ea typeface="Aptos"/>
              <a:cs typeface="Aptos"/>
            </a:endParaRPr>
          </a:p>
          <a:p>
            <a:pPr marL="24" indent="-12" algn="l">
              <a:lnSpc>
                <a:spcPct val="110000"/>
              </a:lnSpc>
              <a:spcAft>
                <a:spcPts val="7"/>
              </a:spcAft>
              <a:buNone/>
              <a:defRPr sz="2250" b="0">
                <a:solidFill>
                  <a:srgbClr val="061E4A"/>
                </a:solidFill>
                <a:latin typeface="Aptos"/>
                <a:ea typeface="Aptos"/>
                <a:cs typeface="Aptos"/>
              </a:defRPr>
            </a:pPr>
            <a:r>
              <a:rPr lang="vi-VN" sz="2250" b="1" dirty="0">
                <a:solidFill>
                  <a:schemeClr val="tx2">
                    <a:lumMod val="75000"/>
                  </a:schemeClr>
                </a:solidFill>
                <a:latin typeface="Aptos"/>
                <a:ea typeface="Aptos"/>
                <a:cs typeface="Aptos"/>
              </a:rPr>
              <a:t>XÂY CỘNG ĐỒNG</a:t>
            </a:r>
            <a:endParaRPr lang="en-US" sz="2250" b="1" dirty="0">
              <a:solidFill>
                <a:schemeClr val="tx2">
                  <a:lumMod val="75000"/>
                </a:schemeClr>
              </a:solidFill>
              <a:latin typeface="Aptos"/>
              <a:ea typeface="Aptos"/>
              <a:cs typeface="Aptos"/>
            </a:endParaRPr>
          </a:p>
          <a:p>
            <a:pPr marL="24" indent="-12" algn="l">
              <a:lnSpc>
                <a:spcPct val="110000"/>
              </a:lnSpc>
              <a:spcAft>
                <a:spcPts val="7"/>
              </a:spcAft>
              <a:buNone/>
              <a:defRPr sz="2250" b="0">
                <a:solidFill>
                  <a:srgbClr val="061E4A"/>
                </a:solidFill>
                <a:latin typeface="Aptos"/>
                <a:ea typeface="Aptos"/>
                <a:cs typeface="Aptos"/>
              </a:defRPr>
            </a:pPr>
            <a:endParaRPr lang="vi-VN" sz="2250" b="1" dirty="0">
              <a:solidFill>
                <a:schemeClr val="tx2">
                  <a:lumMod val="75000"/>
                </a:schemeClr>
              </a:solidFill>
              <a:latin typeface="Aptos"/>
              <a:ea typeface="Aptos"/>
              <a:cs typeface="Aptos"/>
            </a:endParaRPr>
          </a:p>
          <a:p>
            <a:pPr marL="24" indent="-12" algn="l">
              <a:lnSpc>
                <a:spcPct val="110000"/>
              </a:lnSpc>
              <a:spcAft>
                <a:spcPts val="7"/>
              </a:spcAft>
              <a:buNone/>
              <a:defRPr sz="2250" b="0">
                <a:solidFill>
                  <a:srgbClr val="061E4A"/>
                </a:solidFill>
                <a:latin typeface="Aptos"/>
                <a:ea typeface="Aptos"/>
                <a:cs typeface="Aptos"/>
              </a:defRPr>
            </a:pPr>
            <a:r>
              <a:rPr lang="vi-VN" sz="2250" b="1" dirty="0">
                <a:solidFill>
                  <a:schemeClr val="tx2">
                    <a:lumMod val="75000"/>
                  </a:schemeClr>
                </a:solidFill>
                <a:latin typeface="Aptos"/>
                <a:ea typeface="Aptos"/>
                <a:cs typeface="Aptos"/>
              </a:rPr>
              <a:t>SÁNG TẠO NỘI DUNG</a:t>
            </a:r>
            <a:endParaRPr lang="en-US" sz="2250" b="1" dirty="0">
              <a:solidFill>
                <a:schemeClr val="tx2">
                  <a:lumMod val="75000"/>
                </a:schemeClr>
              </a:solidFill>
              <a:latin typeface="Aptos"/>
              <a:ea typeface="Aptos"/>
              <a:cs typeface="Aptos"/>
            </a:endParaRPr>
          </a:p>
          <a:p>
            <a:pPr marL="24" indent="-12" algn="l">
              <a:lnSpc>
                <a:spcPct val="110000"/>
              </a:lnSpc>
              <a:spcAft>
                <a:spcPts val="7"/>
              </a:spcAft>
              <a:buNone/>
              <a:defRPr sz="2250" b="0">
                <a:solidFill>
                  <a:srgbClr val="061E4A"/>
                </a:solidFill>
                <a:latin typeface="Aptos"/>
                <a:ea typeface="Aptos"/>
                <a:cs typeface="Aptos"/>
              </a:defRPr>
            </a:pPr>
            <a:endParaRPr lang="vi-VN" sz="2250" b="1" dirty="0">
              <a:solidFill>
                <a:schemeClr val="tx2">
                  <a:lumMod val="75000"/>
                </a:schemeClr>
              </a:solidFill>
              <a:latin typeface="Aptos"/>
              <a:ea typeface="Aptos"/>
              <a:cs typeface="Aptos"/>
            </a:endParaRPr>
          </a:p>
          <a:p>
            <a:pPr marL="24" indent="-12" algn="l">
              <a:lnSpc>
                <a:spcPct val="110000"/>
              </a:lnSpc>
              <a:spcAft>
                <a:spcPts val="7"/>
              </a:spcAft>
              <a:buNone/>
              <a:defRPr sz="2250" b="0">
                <a:solidFill>
                  <a:srgbClr val="061E4A"/>
                </a:solidFill>
                <a:latin typeface="Aptos"/>
                <a:ea typeface="Aptos"/>
                <a:cs typeface="Aptos"/>
              </a:defRPr>
            </a:pPr>
            <a:r>
              <a:rPr lang="vi-VN" sz="2250" b="1" dirty="0">
                <a:solidFill>
                  <a:schemeClr val="tx2">
                    <a:lumMod val="75000"/>
                  </a:schemeClr>
                </a:solidFill>
                <a:latin typeface="Aptos"/>
                <a:ea typeface="Aptos"/>
                <a:cs typeface="Aptos"/>
              </a:rPr>
              <a:t>HÚT NGƯỜI KHÓ LẮM</a:t>
            </a:r>
          </a:p>
        </p:txBody>
      </p:sp>
      <p:sp>
        <p:nvSpPr>
          <p:cNvPr id="5" name="icon-badge-file-text">
            <a:extLst>
              <a:ext uri="{FF2B5EF4-FFF2-40B4-BE49-F238E27FC236}">
                <a16:creationId xmlns:a16="http://schemas.microsoft.com/office/drawing/2014/main" id="{9182C7FE-F006-4B6F-96EB-C89E954E1453}"/>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42068577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11" name="module-eyebrow">
            <a:extLst>
              <a:ext uri="{FF2B5EF4-FFF2-40B4-BE49-F238E27FC236}">
                <a16:creationId xmlns:a16="http://schemas.microsoft.com/office/drawing/2014/main" id="{750B4467-5A3C-4EA9-8D96-8E317E5EF027}"/>
              </a:ext>
            </a:extLst>
          </p:cNvPr>
          <p:cNvSpPr>
            <a:spLocks noGrp="1"/>
          </p:cNvSpPr>
          <p:nvPr/>
        </p:nvSpPr>
        <p:spPr>
          <a:xfrm>
            <a:off x="685800" y="323850"/>
            <a:ext cx="3429000" cy="285750"/>
          </a:xfrm>
          <a:prstGeom prst="rect">
            <a:avLst/>
          </a:prstGeom>
          <a:noFill/>
          <a:ln w="0">
            <a:noFill/>
            <a:prstDash val="solid"/>
          </a:ln>
        </p:spPr>
        <p:txBody>
          <a:bodyPr lIns="57150" tIns="38100" rIns="57150" bIns="38100" anchor="ctr">
            <a:normAutofit fontScale="99855"/>
          </a:bodyPr>
          <a:lstStyle/>
          <a:p>
            <a:pPr marL="0" indent="0" algn="l">
              <a:lnSpc>
                <a:spcPct val="108000"/>
              </a:lnSpc>
              <a:spcAft>
                <a:spcPts val="4"/>
              </a:spcAft>
              <a:buNone/>
              <a:defRPr sz="1275" b="1">
                <a:solidFill>
                  <a:srgbClr val="F4C76D"/>
                </a:solidFill>
                <a:latin typeface="Aptos"/>
                <a:ea typeface="Aptos"/>
                <a:cs typeface="Aptos"/>
              </a:defRPr>
            </a:pPr>
            <a:r>
              <a:rPr lang="vi-VN" sz="1275" dirty="0">
                <a:solidFill>
                  <a:srgbClr val="F4C76D"/>
                </a:solidFill>
                <a:latin typeface="Aptos"/>
                <a:ea typeface="Aptos"/>
                <a:cs typeface="Aptos"/>
              </a:rPr>
              <a:t>TƯ DUY NỀN</a:t>
            </a:r>
          </a:p>
        </p:txBody>
      </p:sp>
      <p:sp>
        <p:nvSpPr>
          <p:cNvPr id="2" name="module-title">
            <a:extLst>
              <a:ext uri="{FF2B5EF4-FFF2-40B4-BE49-F238E27FC236}">
                <a16:creationId xmlns:a16="http://schemas.microsoft.com/office/drawing/2014/main" id="{F250AFE0-4772-4D83-810D-1DF4F6EED2A0}"/>
              </a:ext>
            </a:extLst>
          </p:cNvPr>
          <p:cNvSpPr>
            <a:spLocks noGrp="1"/>
          </p:cNvSpPr>
          <p:nvPr/>
        </p:nvSpPr>
        <p:spPr>
          <a:xfrm>
            <a:off x="685800" y="685800"/>
            <a:ext cx="9620250" cy="7810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en-US" sz="3900" dirty="0">
                <a:solidFill>
                  <a:srgbClr val="FFFFFF"/>
                </a:solidFill>
                <a:latin typeface="Aptos Display"/>
                <a:ea typeface="Aptos Display"/>
                <a:cs typeface="Aptos Display"/>
              </a:rPr>
              <a:t>NGUYÊN TẮC QUAN TRỌNG NHẤT</a:t>
            </a:r>
          </a:p>
        </p:txBody>
      </p:sp>
      <p:sp>
        <p:nvSpPr>
          <p:cNvPr id="3" name="module-left-panel">
            <a:extLst>
              <a:ext uri="{FF2B5EF4-FFF2-40B4-BE49-F238E27FC236}">
                <a16:creationId xmlns:a16="http://schemas.microsoft.com/office/drawing/2014/main" id="{614CB13B-71E4-4E29-B366-06AC86CF65E9}"/>
              </a:ext>
            </a:extLst>
          </p:cNvPr>
          <p:cNvSpPr>
            <a:spLocks noGrp="1"/>
          </p:cNvSpPr>
          <p:nvPr/>
        </p:nvSpPr>
        <p:spPr>
          <a:xfrm>
            <a:off x="666750" y="1714500"/>
            <a:ext cx="4333875" cy="3476625"/>
          </a:xfrm>
          <a:prstGeom prst="roundRect">
            <a:avLst>
              <a:gd name="adj" fmla="val 6575"/>
            </a:avLst>
          </a:prstGeom>
          <a:solidFill>
            <a:srgbClr val="062458">
              <a:alpha val="94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4" name="module-right-panel">
            <a:extLst>
              <a:ext uri="{FF2B5EF4-FFF2-40B4-BE49-F238E27FC236}">
                <a16:creationId xmlns:a16="http://schemas.microsoft.com/office/drawing/2014/main" id="{EEBF0AC4-BB2E-4420-88EE-ADE8EDEF14D6}"/>
              </a:ext>
            </a:extLst>
          </p:cNvPr>
          <p:cNvSpPr>
            <a:spLocks noGrp="1"/>
          </p:cNvSpPr>
          <p:nvPr/>
        </p:nvSpPr>
        <p:spPr>
          <a:xfrm>
            <a:off x="5286375" y="1714500"/>
            <a:ext cx="6238875" cy="3476625"/>
          </a:xfrm>
          <a:prstGeom prst="roundRect">
            <a:avLst>
              <a:gd name="adj" fmla="val 6575"/>
            </a:avLst>
          </a:prstGeom>
          <a:solidFill>
            <a:srgbClr val="F7F3E8">
              <a:alpha val="97000"/>
            </a:srgbClr>
          </a:solidFill>
          <a:ln w="12383">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5" name="module-callout">
            <a:extLst>
              <a:ext uri="{FF2B5EF4-FFF2-40B4-BE49-F238E27FC236}">
                <a16:creationId xmlns:a16="http://schemas.microsoft.com/office/drawing/2014/main" id="{A4907EE1-8F9F-420C-B90B-A11AB9F5507D}"/>
              </a:ext>
            </a:extLst>
          </p:cNvPr>
          <p:cNvSpPr>
            <a:spLocks noGrp="1"/>
          </p:cNvSpPr>
          <p:nvPr/>
        </p:nvSpPr>
        <p:spPr>
          <a:xfrm>
            <a:off x="933449" y="1981200"/>
            <a:ext cx="4139995" cy="2857500"/>
          </a:xfrm>
          <a:prstGeom prst="rect">
            <a:avLst/>
          </a:prstGeom>
          <a:noFill/>
          <a:ln w="0">
            <a:noFill/>
            <a:prstDash val="solid"/>
          </a:ln>
        </p:spPr>
        <p:txBody>
          <a:bodyPr lIns="57150" tIns="38100" rIns="57150" bIns="38100" anchor="ctr">
            <a:normAutofit/>
          </a:bodyPr>
          <a:lstStyle/>
          <a:p>
            <a:pPr marL="0" indent="0" algn="l">
              <a:lnSpc>
                <a:spcPct val="108000"/>
              </a:lnSpc>
              <a:spcAft>
                <a:spcPts val="4"/>
              </a:spcAft>
              <a:buNone/>
              <a:defRPr sz="2100" b="1">
                <a:solidFill>
                  <a:srgbClr val="FFFFFF"/>
                </a:solidFill>
                <a:latin typeface="Aptos Display"/>
                <a:ea typeface="Aptos Display"/>
                <a:cs typeface="Aptos Display"/>
              </a:defRPr>
            </a:pPr>
            <a:r>
              <a:rPr lang="vi-VN" sz="2100" dirty="0">
                <a:solidFill>
                  <a:srgbClr val="FFFFFF"/>
                </a:solidFill>
                <a:latin typeface="Aptos Display"/>
                <a:ea typeface="Aptos Display"/>
                <a:cs typeface="Aptos Display"/>
              </a:rPr>
              <a:t>THU HÚT KHÔNG PHẢI LÀ LÀM NGƯỜI KHÁC MUỐN THỨ BẠN CÓ</a:t>
            </a:r>
            <a:endParaRPr lang="en-US" sz="2100" dirty="0">
              <a:solidFill>
                <a:srgbClr val="FFFFFF"/>
              </a:solidFill>
              <a:latin typeface="Aptos Display"/>
              <a:ea typeface="Aptos Display"/>
              <a:cs typeface="Aptos Display"/>
            </a:endParaRPr>
          </a:p>
          <a:p>
            <a:pPr marL="0" indent="0" algn="l">
              <a:lnSpc>
                <a:spcPct val="108000"/>
              </a:lnSpc>
              <a:spcAft>
                <a:spcPts val="4"/>
              </a:spcAft>
              <a:buNone/>
              <a:defRPr sz="2100" b="1">
                <a:solidFill>
                  <a:srgbClr val="FFFFFF"/>
                </a:solidFill>
                <a:latin typeface="Aptos Display"/>
                <a:ea typeface="Aptos Display"/>
                <a:cs typeface="Aptos Display"/>
              </a:defRPr>
            </a:pPr>
            <a:endParaRPr lang="vi-VN" sz="2100" dirty="0">
              <a:solidFill>
                <a:srgbClr val="FFFFFF"/>
              </a:solidFill>
              <a:latin typeface="Aptos Display"/>
              <a:ea typeface="Aptos Display"/>
              <a:cs typeface="Aptos Display"/>
            </a:endParaRPr>
          </a:p>
          <a:p>
            <a:pPr marL="0" indent="0" algn="l">
              <a:lnSpc>
                <a:spcPct val="108000"/>
              </a:lnSpc>
              <a:spcAft>
                <a:spcPts val="4"/>
              </a:spcAft>
              <a:buNone/>
              <a:defRPr sz="2100" b="1">
                <a:solidFill>
                  <a:srgbClr val="FFFFFF"/>
                </a:solidFill>
                <a:latin typeface="Aptos Display"/>
                <a:ea typeface="Aptos Display"/>
                <a:cs typeface="Aptos Display"/>
              </a:defRPr>
            </a:pPr>
            <a:r>
              <a:rPr lang="vi-VN" sz="2100" dirty="0">
                <a:solidFill>
                  <a:srgbClr val="FFFFFF"/>
                </a:solidFill>
                <a:latin typeface="Aptos Display"/>
                <a:ea typeface="Aptos Display"/>
                <a:cs typeface="Aptos Display"/>
              </a:rPr>
              <a:t>THU HÚT LÀ GIÚP ĐÚNG NGƯỜI NHẬN RA THỨ HỌ ĐANG CẦN.</a:t>
            </a:r>
          </a:p>
        </p:txBody>
      </p:sp>
      <p:sp>
        <p:nvSpPr>
          <p:cNvPr id="6" name="module-body-1">
            <a:extLst>
              <a:ext uri="{FF2B5EF4-FFF2-40B4-BE49-F238E27FC236}">
                <a16:creationId xmlns:a16="http://schemas.microsoft.com/office/drawing/2014/main" id="{060C94CD-85DE-413E-88BE-8F5D6A6A5D73}"/>
              </a:ext>
            </a:extLst>
          </p:cNvPr>
          <p:cNvSpPr>
            <a:spLocks noGrp="1"/>
          </p:cNvSpPr>
          <p:nvPr/>
        </p:nvSpPr>
        <p:spPr>
          <a:xfrm>
            <a:off x="5619750" y="1924050"/>
            <a:ext cx="5572125" cy="3009900"/>
          </a:xfrm>
          <a:prstGeom prst="rect">
            <a:avLst/>
          </a:prstGeom>
          <a:noFill/>
          <a:ln w="0">
            <a:noFill/>
            <a:prstDash val="solid"/>
          </a:ln>
        </p:spPr>
        <p:txBody>
          <a:bodyPr lIns="57150" tIns="38100" rIns="57150" bIns="38100" anchor="t">
            <a:normAutofit fontScale="92500" lnSpcReduction="10000"/>
          </a:bodyPr>
          <a:lstStyle/>
          <a:p>
            <a:pPr marL="24" indent="-12" algn="l">
              <a:lnSpc>
                <a:spcPct val="150000"/>
              </a:lnSpc>
              <a:spcAft>
                <a:spcPts val="7"/>
              </a:spcAft>
              <a:buNone/>
              <a:defRPr sz="2025" b="0">
                <a:solidFill>
                  <a:srgbClr val="061E4A"/>
                </a:solidFill>
                <a:latin typeface="Aptos"/>
                <a:ea typeface="Aptos"/>
                <a:cs typeface="Aptos"/>
              </a:defRPr>
            </a:pPr>
            <a:r>
              <a:rPr lang="vi-VN" sz="2025" b="1" dirty="0">
                <a:solidFill>
                  <a:schemeClr val="tx2">
                    <a:lumMod val="75000"/>
                  </a:schemeClr>
                </a:solidFill>
                <a:latin typeface="Aptos"/>
                <a:ea typeface="Aptos"/>
                <a:cs typeface="Aptos"/>
              </a:rPr>
              <a:t>KHÔNG THAO TÚNG.</a:t>
            </a:r>
          </a:p>
          <a:p>
            <a:pPr marL="24" indent="-12" algn="l">
              <a:lnSpc>
                <a:spcPct val="150000"/>
              </a:lnSpc>
              <a:spcAft>
                <a:spcPts val="7"/>
              </a:spcAft>
              <a:buNone/>
              <a:defRPr sz="2025" b="0">
                <a:solidFill>
                  <a:srgbClr val="061E4A"/>
                </a:solidFill>
                <a:latin typeface="Aptos"/>
                <a:ea typeface="Aptos"/>
                <a:cs typeface="Aptos"/>
              </a:defRPr>
            </a:pPr>
            <a:r>
              <a:rPr lang="vi-VN" sz="2025" b="1" dirty="0">
                <a:solidFill>
                  <a:schemeClr val="tx2">
                    <a:lumMod val="75000"/>
                  </a:schemeClr>
                </a:solidFill>
                <a:latin typeface="Aptos"/>
                <a:ea typeface="Aptos"/>
                <a:cs typeface="Aptos"/>
              </a:rPr>
              <a:t>KHÔNG SPAM.</a:t>
            </a:r>
          </a:p>
          <a:p>
            <a:pPr marL="24" indent="-12" algn="l">
              <a:lnSpc>
                <a:spcPct val="150000"/>
              </a:lnSpc>
              <a:spcAft>
                <a:spcPts val="7"/>
              </a:spcAft>
              <a:buNone/>
              <a:defRPr sz="2025" b="0">
                <a:solidFill>
                  <a:srgbClr val="061E4A"/>
                </a:solidFill>
                <a:latin typeface="Aptos"/>
                <a:ea typeface="Aptos"/>
                <a:cs typeface="Aptos"/>
              </a:defRPr>
            </a:pPr>
            <a:r>
              <a:rPr lang="vi-VN" sz="2025" b="1" dirty="0">
                <a:solidFill>
                  <a:schemeClr val="tx2">
                    <a:lumMod val="75000"/>
                  </a:schemeClr>
                </a:solidFill>
                <a:latin typeface="Aptos"/>
                <a:ea typeface="Aptos"/>
                <a:cs typeface="Aptos"/>
              </a:rPr>
              <a:t>KHÔNG HỨA HẸN.</a:t>
            </a:r>
          </a:p>
          <a:p>
            <a:pPr marL="24" indent="-12" algn="l">
              <a:lnSpc>
                <a:spcPct val="150000"/>
              </a:lnSpc>
              <a:spcAft>
                <a:spcPts val="7"/>
              </a:spcAft>
              <a:buNone/>
              <a:defRPr sz="2025" b="0">
                <a:solidFill>
                  <a:srgbClr val="061E4A"/>
                </a:solidFill>
                <a:latin typeface="Aptos"/>
                <a:ea typeface="Aptos"/>
                <a:cs typeface="Aptos"/>
              </a:defRPr>
            </a:pPr>
            <a:r>
              <a:rPr lang="vi-VN" sz="2025" b="1" dirty="0">
                <a:solidFill>
                  <a:schemeClr val="tx2">
                    <a:lumMod val="75000"/>
                  </a:schemeClr>
                </a:solidFill>
                <a:latin typeface="Aptos"/>
                <a:ea typeface="Aptos"/>
                <a:cs typeface="Aptos"/>
              </a:rPr>
              <a:t>KHÔNG BIẾN MỌI CUỘC TRÒ CHUYỆN THÀNH MỘT CUỘC BÁN HÀNG.</a:t>
            </a:r>
          </a:p>
          <a:p>
            <a:pPr marL="24" indent="-12" algn="l">
              <a:lnSpc>
                <a:spcPct val="150000"/>
              </a:lnSpc>
              <a:spcAft>
                <a:spcPts val="7"/>
              </a:spcAft>
              <a:buNone/>
              <a:defRPr sz="2025" b="0">
                <a:solidFill>
                  <a:srgbClr val="061E4A"/>
                </a:solidFill>
                <a:latin typeface="Aptos"/>
                <a:ea typeface="Aptos"/>
                <a:cs typeface="Aptos"/>
              </a:defRPr>
            </a:pPr>
            <a:r>
              <a:rPr lang="vi-VN" sz="2025" b="1" dirty="0">
                <a:solidFill>
                  <a:schemeClr val="tx2">
                    <a:lumMod val="75000"/>
                  </a:schemeClr>
                </a:solidFill>
                <a:latin typeface="Aptos"/>
                <a:ea typeface="Aptos"/>
                <a:cs typeface="Aptos"/>
              </a:rPr>
              <a:t>TẠO GIÁ TRỊ ĐỦ THẬT ĐỂ NGƯỜI PHÙ HỢP MUỐN TÌM HIỂU THÊM.</a:t>
            </a:r>
          </a:p>
        </p:txBody>
      </p:sp>
      <p:sp>
        <p:nvSpPr>
          <p:cNvPr id="7" name="icon-badge-sparkles">
            <a:extLst>
              <a:ext uri="{FF2B5EF4-FFF2-40B4-BE49-F238E27FC236}">
                <a16:creationId xmlns:a16="http://schemas.microsoft.com/office/drawing/2014/main" id="{5F780592-FE4E-4BC1-8447-D4C83577ABCA}"/>
              </a:ext>
            </a:extLst>
          </p:cNvPr>
          <p:cNvSpPr>
            <a:spLocks noGrp="1"/>
          </p:cNvSpPr>
          <p:nvPr/>
        </p:nvSpPr>
        <p:spPr>
          <a:xfrm>
            <a:off x="10648950" y="523875"/>
            <a:ext cx="723900" cy="7239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8" name="Graphic 17"/>
          <p:cNvPicPr>
            <a:picLocks noChangeAspect="1"/>
          </p:cNvPicPr>
          <p:nvPr/>
        </p:nvPicPr>
        <p:blipFill>
          <a:blip>
            <a:extLst>
              <a:ext uri="{96DAC541-7B7A-43D3-8B79-37D633B846F1}">
                <asvg:svgBlip xmlns:asvg="http://schemas.microsoft.com/office/drawing/2016/SVG/main" r:embed="rId4"/>
              </a:ext>
            </a:extLst>
          </a:blip>
          <a:stretch/>
        </p:blipFill>
        <p:spPr>
          <a:xfrm>
            <a:off x="10815447" y="690372"/>
            <a:ext cx="390906" cy="390906"/>
          </a:xfrm>
          <a:prstGeom prst="rect">
            <a:avLst/>
          </a:prstGeom>
        </p:spPr>
      </p:pic>
    </p:spTree>
    <p:extLst>
      <p:ext uri="{BB962C8B-B14F-4D97-AF65-F5344CB8AC3E}">
        <p14:creationId xmlns:p14="http://schemas.microsoft.com/office/powerpoint/2010/main" val="6641043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11" name="module-eyebrow">
            <a:extLst>
              <a:ext uri="{FF2B5EF4-FFF2-40B4-BE49-F238E27FC236}">
                <a16:creationId xmlns:a16="http://schemas.microsoft.com/office/drawing/2014/main" id="{41D24484-BD51-4C8A-9744-B8942B1D9AB8}"/>
              </a:ext>
            </a:extLst>
          </p:cNvPr>
          <p:cNvSpPr>
            <a:spLocks noGrp="1"/>
          </p:cNvSpPr>
          <p:nvPr/>
        </p:nvSpPr>
        <p:spPr>
          <a:xfrm>
            <a:off x="685800" y="323850"/>
            <a:ext cx="3429000" cy="285750"/>
          </a:xfrm>
          <a:prstGeom prst="rect">
            <a:avLst/>
          </a:prstGeom>
          <a:noFill/>
          <a:ln w="0">
            <a:noFill/>
            <a:prstDash val="solid"/>
          </a:ln>
        </p:spPr>
        <p:txBody>
          <a:bodyPr lIns="57150" tIns="38100" rIns="57150" bIns="38100" anchor="ctr">
            <a:normAutofit fontScale="99855"/>
          </a:bodyPr>
          <a:lstStyle/>
          <a:p>
            <a:pPr marL="0" indent="0" algn="l">
              <a:lnSpc>
                <a:spcPct val="108000"/>
              </a:lnSpc>
              <a:spcAft>
                <a:spcPts val="4"/>
              </a:spcAft>
              <a:buNone/>
              <a:defRPr sz="1275" b="1">
                <a:solidFill>
                  <a:srgbClr val="F4C76D"/>
                </a:solidFill>
                <a:latin typeface="Aptos"/>
                <a:ea typeface="Aptos"/>
                <a:cs typeface="Aptos"/>
              </a:defRPr>
            </a:pPr>
            <a:r>
              <a:rPr lang="en-US" sz="1275" b="1" dirty="0">
                <a:solidFill>
                  <a:srgbClr val="F4C76D"/>
                </a:solidFill>
                <a:latin typeface="Aptos"/>
                <a:ea typeface="Aptos"/>
                <a:cs typeface="Aptos"/>
              </a:rPr>
              <a:t>TÂM LÝ</a:t>
            </a:r>
          </a:p>
        </p:txBody>
      </p:sp>
      <p:sp>
        <p:nvSpPr>
          <p:cNvPr id="2" name="module-title">
            <a:extLst>
              <a:ext uri="{FF2B5EF4-FFF2-40B4-BE49-F238E27FC236}">
                <a16:creationId xmlns:a16="http://schemas.microsoft.com/office/drawing/2014/main" id="{B8A3C5B9-D561-4931-9043-7F1A212D3683}"/>
              </a:ext>
            </a:extLst>
          </p:cNvPr>
          <p:cNvSpPr>
            <a:spLocks noGrp="1"/>
          </p:cNvSpPr>
          <p:nvPr/>
        </p:nvSpPr>
        <p:spPr>
          <a:xfrm>
            <a:off x="685800" y="685800"/>
            <a:ext cx="9620250" cy="7810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vi-VN" sz="3900" b="1" dirty="0">
                <a:solidFill>
                  <a:srgbClr val="FFFFFF"/>
                </a:solidFill>
                <a:latin typeface="Aptos Display"/>
                <a:ea typeface="Aptos Display"/>
                <a:cs typeface="Aptos Display"/>
              </a:rPr>
              <a:t>TRÌNH TỰ TÂM LÝ CỦA MỘT NGƯỜI LẠ</a:t>
            </a:r>
          </a:p>
        </p:txBody>
      </p:sp>
      <p:sp>
        <p:nvSpPr>
          <p:cNvPr id="3" name="module-left-panel">
            <a:extLst>
              <a:ext uri="{FF2B5EF4-FFF2-40B4-BE49-F238E27FC236}">
                <a16:creationId xmlns:a16="http://schemas.microsoft.com/office/drawing/2014/main" id="{C38C4A06-148F-40D6-8C1B-1899BC3F9389}"/>
              </a:ext>
            </a:extLst>
          </p:cNvPr>
          <p:cNvSpPr>
            <a:spLocks noGrp="1"/>
          </p:cNvSpPr>
          <p:nvPr/>
        </p:nvSpPr>
        <p:spPr>
          <a:xfrm>
            <a:off x="666750" y="1714500"/>
            <a:ext cx="4333875" cy="3476625"/>
          </a:xfrm>
          <a:prstGeom prst="roundRect">
            <a:avLst>
              <a:gd name="adj" fmla="val 6575"/>
            </a:avLst>
          </a:prstGeom>
          <a:solidFill>
            <a:srgbClr val="062458">
              <a:alpha val="94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4" name="module-right-panel">
            <a:extLst>
              <a:ext uri="{FF2B5EF4-FFF2-40B4-BE49-F238E27FC236}">
                <a16:creationId xmlns:a16="http://schemas.microsoft.com/office/drawing/2014/main" id="{32B6D750-05C7-44D3-8C63-FEE31093B81F}"/>
              </a:ext>
            </a:extLst>
          </p:cNvPr>
          <p:cNvSpPr>
            <a:spLocks noGrp="1"/>
          </p:cNvSpPr>
          <p:nvPr/>
        </p:nvSpPr>
        <p:spPr>
          <a:xfrm>
            <a:off x="5286375" y="1714500"/>
            <a:ext cx="6238875" cy="3476625"/>
          </a:xfrm>
          <a:prstGeom prst="roundRect">
            <a:avLst>
              <a:gd name="adj" fmla="val 6575"/>
            </a:avLst>
          </a:prstGeom>
          <a:solidFill>
            <a:srgbClr val="F7F3E8">
              <a:alpha val="97000"/>
            </a:srgbClr>
          </a:solidFill>
          <a:ln w="12383">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5" name="module-callout">
            <a:extLst>
              <a:ext uri="{FF2B5EF4-FFF2-40B4-BE49-F238E27FC236}">
                <a16:creationId xmlns:a16="http://schemas.microsoft.com/office/drawing/2014/main" id="{F6DFEE01-7454-4CCE-BC5B-342FC40594FC}"/>
              </a:ext>
            </a:extLst>
          </p:cNvPr>
          <p:cNvSpPr>
            <a:spLocks noGrp="1"/>
          </p:cNvSpPr>
          <p:nvPr/>
        </p:nvSpPr>
        <p:spPr>
          <a:xfrm>
            <a:off x="933450" y="1981200"/>
            <a:ext cx="3810000" cy="2857500"/>
          </a:xfrm>
          <a:prstGeom prst="rect">
            <a:avLst/>
          </a:prstGeom>
          <a:noFill/>
          <a:ln w="0">
            <a:noFill/>
            <a:prstDash val="solid"/>
          </a:ln>
        </p:spPr>
        <p:txBody>
          <a:bodyPr lIns="57150" tIns="38100" rIns="57150" bIns="38100" anchor="ctr">
            <a:normAutofit/>
          </a:bodyPr>
          <a:lstStyle/>
          <a:p>
            <a:pPr marL="0" indent="0" algn="l">
              <a:lnSpc>
                <a:spcPct val="108000"/>
              </a:lnSpc>
              <a:spcAft>
                <a:spcPts val="4"/>
              </a:spcAft>
              <a:buNone/>
              <a:defRPr sz="2400" b="1">
                <a:solidFill>
                  <a:srgbClr val="FFFFFF"/>
                </a:solidFill>
                <a:latin typeface="Aptos Display"/>
                <a:ea typeface="Aptos Display"/>
                <a:cs typeface="Aptos Display"/>
              </a:defRPr>
            </a:pPr>
            <a:r>
              <a:rPr lang="vi-VN" sz="2400" b="1" dirty="0">
                <a:solidFill>
                  <a:srgbClr val="FFFFFF"/>
                </a:solidFill>
                <a:latin typeface="Aptos Display"/>
                <a:ea typeface="Aptos Display"/>
                <a:cs typeface="Aptos Display"/>
              </a:rPr>
              <a:t>ĐỪNG BẮT NGƯỜI LẠ RA QUYẾT ĐỊNH Ở BƯỚC 1</a:t>
            </a:r>
          </a:p>
        </p:txBody>
      </p:sp>
      <p:sp>
        <p:nvSpPr>
          <p:cNvPr id="6" name="module-body-1">
            <a:extLst>
              <a:ext uri="{FF2B5EF4-FFF2-40B4-BE49-F238E27FC236}">
                <a16:creationId xmlns:a16="http://schemas.microsoft.com/office/drawing/2014/main" id="{1119DADE-23B0-4C0D-9250-FC35DBE0F066}"/>
              </a:ext>
            </a:extLst>
          </p:cNvPr>
          <p:cNvSpPr>
            <a:spLocks noGrp="1"/>
          </p:cNvSpPr>
          <p:nvPr/>
        </p:nvSpPr>
        <p:spPr>
          <a:xfrm>
            <a:off x="5619750" y="1924050"/>
            <a:ext cx="5572125" cy="3009900"/>
          </a:xfrm>
          <a:prstGeom prst="rect">
            <a:avLst/>
          </a:prstGeom>
          <a:noFill/>
          <a:ln w="0">
            <a:noFill/>
            <a:prstDash val="solid"/>
          </a:ln>
        </p:spPr>
        <p:txBody>
          <a:bodyPr lIns="57150" tIns="38100" rIns="57150" bIns="38100" anchor="t">
            <a:normAutofit/>
          </a:bodyPr>
          <a:lstStyle/>
          <a:p>
            <a:pPr marL="24" indent="-12" algn="l">
              <a:lnSpc>
                <a:spcPct val="150000"/>
              </a:lnSpc>
              <a:spcAft>
                <a:spcPts val="7"/>
              </a:spcAft>
              <a:buNone/>
              <a:defRPr sz="1725" b="0">
                <a:solidFill>
                  <a:srgbClr val="061E4A"/>
                </a:solidFill>
                <a:latin typeface="Aptos"/>
                <a:ea typeface="Aptos"/>
                <a:cs typeface="Aptos"/>
              </a:defRPr>
            </a:pPr>
            <a:r>
              <a:rPr lang="vi-VN" sz="1725" b="1" dirty="0">
                <a:solidFill>
                  <a:schemeClr val="tx2">
                    <a:lumMod val="75000"/>
                  </a:schemeClr>
                </a:solidFill>
                <a:latin typeface="Aptos"/>
                <a:ea typeface="Aptos"/>
                <a:cs typeface="Aptos"/>
              </a:rPr>
              <a:t>1. DỪNG LẠI: “ĐIỀU NÀY LIÊN QUAN ĐẾN MÌNH.”</a:t>
            </a:r>
          </a:p>
          <a:p>
            <a:pPr marL="24" indent="-12" algn="l">
              <a:lnSpc>
                <a:spcPct val="150000"/>
              </a:lnSpc>
              <a:spcAft>
                <a:spcPts val="7"/>
              </a:spcAft>
              <a:buNone/>
              <a:defRPr sz="1725" b="0">
                <a:solidFill>
                  <a:srgbClr val="061E4A"/>
                </a:solidFill>
                <a:latin typeface="Aptos"/>
                <a:ea typeface="Aptos"/>
                <a:cs typeface="Aptos"/>
              </a:defRPr>
            </a:pPr>
            <a:r>
              <a:rPr lang="vi-VN" sz="1725" b="1" dirty="0">
                <a:solidFill>
                  <a:schemeClr val="tx2">
                    <a:lumMod val="75000"/>
                  </a:schemeClr>
                </a:solidFill>
                <a:latin typeface="Aptos"/>
                <a:ea typeface="Aptos"/>
                <a:cs typeface="Aptos"/>
              </a:rPr>
              <a:t>2. NHẬN RA: “MÌNH ĐANG GẶP ĐÚNG VẤN ĐỀ NÀY.”</a:t>
            </a:r>
          </a:p>
          <a:p>
            <a:pPr marL="24" indent="-12" algn="l">
              <a:lnSpc>
                <a:spcPct val="150000"/>
              </a:lnSpc>
              <a:spcAft>
                <a:spcPts val="7"/>
              </a:spcAft>
              <a:buNone/>
              <a:defRPr sz="1725" b="0">
                <a:solidFill>
                  <a:srgbClr val="061E4A"/>
                </a:solidFill>
                <a:latin typeface="Aptos"/>
                <a:ea typeface="Aptos"/>
                <a:cs typeface="Aptos"/>
              </a:defRPr>
            </a:pPr>
            <a:r>
              <a:rPr lang="vi-VN" sz="1725" b="1" dirty="0">
                <a:solidFill>
                  <a:schemeClr val="tx2">
                    <a:lumMod val="75000"/>
                  </a:schemeClr>
                </a:solidFill>
                <a:latin typeface="Aptos"/>
                <a:ea typeface="Aptos"/>
                <a:cs typeface="Aptos"/>
              </a:rPr>
              <a:t>3. TIN: “NGƯỜI NÀY HIỂU VẤN ĐỀ CỦA MÌNH.”</a:t>
            </a:r>
          </a:p>
          <a:p>
            <a:pPr marL="24" indent="-12" algn="l">
              <a:lnSpc>
                <a:spcPct val="150000"/>
              </a:lnSpc>
              <a:spcAft>
                <a:spcPts val="7"/>
              </a:spcAft>
              <a:buNone/>
              <a:defRPr sz="1725" b="0">
                <a:solidFill>
                  <a:srgbClr val="061E4A"/>
                </a:solidFill>
                <a:latin typeface="Aptos"/>
                <a:ea typeface="Aptos"/>
                <a:cs typeface="Aptos"/>
              </a:defRPr>
            </a:pPr>
            <a:r>
              <a:rPr lang="vi-VN" sz="1725" b="1" dirty="0">
                <a:solidFill>
                  <a:schemeClr val="tx2">
                    <a:lumMod val="75000"/>
                  </a:schemeClr>
                </a:solidFill>
                <a:latin typeface="Aptos"/>
                <a:ea typeface="Aptos"/>
                <a:cs typeface="Aptos"/>
              </a:rPr>
              <a:t>4. TÒ MÒ: “CÒN CÁCH NÀO KHÁC KHÔNG?”</a:t>
            </a:r>
          </a:p>
          <a:p>
            <a:pPr marL="24" indent="-12" algn="l">
              <a:lnSpc>
                <a:spcPct val="150000"/>
              </a:lnSpc>
              <a:spcAft>
                <a:spcPts val="7"/>
              </a:spcAft>
              <a:buNone/>
              <a:defRPr sz="1725" b="0">
                <a:solidFill>
                  <a:srgbClr val="061E4A"/>
                </a:solidFill>
                <a:latin typeface="Aptos"/>
                <a:ea typeface="Aptos"/>
                <a:cs typeface="Aptos"/>
              </a:defRPr>
            </a:pPr>
            <a:r>
              <a:rPr lang="vi-VN" sz="1725" b="1" dirty="0">
                <a:solidFill>
                  <a:schemeClr val="tx2">
                    <a:lumMod val="75000"/>
                  </a:schemeClr>
                </a:solidFill>
                <a:latin typeface="Aptos"/>
                <a:ea typeface="Aptos"/>
                <a:cs typeface="Aptos"/>
              </a:rPr>
              <a:t>5. CHỦ ĐỘNG: “CHO TÔI XEM THÊM.”</a:t>
            </a:r>
          </a:p>
          <a:p>
            <a:pPr marL="24" indent="-12" algn="l">
              <a:lnSpc>
                <a:spcPct val="150000"/>
              </a:lnSpc>
              <a:spcAft>
                <a:spcPts val="7"/>
              </a:spcAft>
              <a:buNone/>
              <a:defRPr sz="1725" b="0">
                <a:solidFill>
                  <a:srgbClr val="061E4A"/>
                </a:solidFill>
                <a:latin typeface="Aptos"/>
                <a:ea typeface="Aptos"/>
                <a:cs typeface="Aptos"/>
              </a:defRPr>
            </a:pPr>
            <a:r>
              <a:rPr lang="vi-VN" sz="1725" b="1" dirty="0">
                <a:solidFill>
                  <a:schemeClr val="tx2">
                    <a:lumMod val="75000"/>
                  </a:schemeClr>
                </a:solidFill>
                <a:latin typeface="Aptos"/>
                <a:ea typeface="Aptos"/>
                <a:cs typeface="Aptos"/>
              </a:rPr>
              <a:t>6. TRẢI NGHIỆM: “ĐIỀU NÀY CÓ PHÙ HỢP VỚI TÔI KHÔNG?”</a:t>
            </a:r>
          </a:p>
        </p:txBody>
      </p:sp>
      <p:sp>
        <p:nvSpPr>
          <p:cNvPr id="7" name="icon-badge-milestone">
            <a:extLst>
              <a:ext uri="{FF2B5EF4-FFF2-40B4-BE49-F238E27FC236}">
                <a16:creationId xmlns:a16="http://schemas.microsoft.com/office/drawing/2014/main" id="{C31445D6-922B-4471-8DEE-1837A8A44165}"/>
              </a:ext>
            </a:extLst>
          </p:cNvPr>
          <p:cNvSpPr>
            <a:spLocks noGrp="1"/>
          </p:cNvSpPr>
          <p:nvPr/>
        </p:nvSpPr>
        <p:spPr>
          <a:xfrm>
            <a:off x="10648950" y="523875"/>
            <a:ext cx="723900" cy="7239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8" name="Graphic 17"/>
          <p:cNvPicPr>
            <a:picLocks noChangeAspect="1"/>
          </p:cNvPicPr>
          <p:nvPr/>
        </p:nvPicPr>
        <p:blipFill>
          <a:blip>
            <a:extLst>
              <a:ext uri="{96DAC541-7B7A-43D3-8B79-37D633B846F1}">
                <asvg:svgBlip xmlns:asvg="http://schemas.microsoft.com/office/drawing/2016/SVG/main" r:embed="rId4"/>
              </a:ext>
            </a:extLst>
          </a:blip>
          <a:stretch/>
        </p:blipFill>
        <p:spPr>
          <a:xfrm>
            <a:off x="10815447" y="690372"/>
            <a:ext cx="390906" cy="390906"/>
          </a:xfrm>
          <a:prstGeom prst="rect">
            <a:avLst/>
          </a:prstGeom>
        </p:spPr>
      </p:pic>
      <p:sp>
        <p:nvSpPr>
          <p:cNvPr id="9" name="footer">
            <a:extLst>
              <a:ext uri="{FF2B5EF4-FFF2-40B4-BE49-F238E27FC236}">
                <a16:creationId xmlns:a16="http://schemas.microsoft.com/office/drawing/2014/main" id="{AA3A2346-EA7B-42AF-8D64-83DADD1E4016}"/>
              </a:ext>
            </a:extLst>
          </p:cNvPr>
          <p:cNvSpPr>
            <a:spLocks noGrp="1"/>
          </p:cNvSpPr>
          <p:nvPr/>
        </p:nvSpPr>
        <p:spPr>
          <a:xfrm>
            <a:off x="685800" y="6257925"/>
            <a:ext cx="8858250" cy="228600"/>
          </a:xfrm>
          <a:prstGeom prst="rect">
            <a:avLst/>
          </a:prstGeom>
          <a:noFill/>
          <a:ln w="0">
            <a:noFill/>
            <a:prstDash val="solid"/>
          </a:ln>
        </p:spPr>
        <p:txBody>
          <a:bodyPr lIns="57150" tIns="38100" rIns="57150" bIns="38100" anchor="ctr">
            <a:normAutofit fontScale="95683" lnSpcReduction="10000"/>
          </a:bodyPr>
          <a:lstStyle/>
          <a:p>
            <a:pPr marL="0" indent="0" algn="l">
              <a:lnSpc>
                <a:spcPct val="108000"/>
              </a:lnSpc>
              <a:spcAft>
                <a:spcPts val="4"/>
              </a:spcAft>
              <a:buNone/>
              <a:defRPr sz="1050" b="1">
                <a:solidFill>
                  <a:srgbClr val="C9D8F0"/>
                </a:solidFill>
                <a:latin typeface="Aptos"/>
                <a:ea typeface="Aptos"/>
                <a:cs typeface="Aptos"/>
              </a:defRPr>
            </a:pPr>
            <a:r>
              <a:rPr lang="en-US" sz="1050" b="1" dirty="0">
                <a:solidFill>
                  <a:srgbClr val="F4C76D"/>
                </a:solidFill>
                <a:latin typeface="Aptos"/>
                <a:ea typeface="Aptos"/>
                <a:cs typeface="Aptos"/>
              </a:rPr>
              <a:t>HÚT CỘNG ĐỒNG TỰ ĐỘNG</a:t>
            </a:r>
            <a:r>
              <a:rPr lang="en-US" sz="1050" b="1" dirty="0">
                <a:solidFill>
                  <a:srgbClr val="C9D8F0"/>
                </a:solidFill>
                <a:latin typeface="Aptos"/>
                <a:ea typeface="Aptos"/>
                <a:cs typeface="Aptos"/>
              </a:rPr>
              <a:t> • ĐÀO TẠO 3 BUỔI</a:t>
            </a:r>
          </a:p>
        </p:txBody>
      </p:sp>
      <p:sp>
        <p:nvSpPr>
          <p:cNvPr id="10" name="page-number">
            <a:extLst>
              <a:ext uri="{FF2B5EF4-FFF2-40B4-BE49-F238E27FC236}">
                <a16:creationId xmlns:a16="http://schemas.microsoft.com/office/drawing/2014/main" id="{BA42D2A0-6E2E-4F23-AD0C-86798096231C}"/>
              </a:ext>
            </a:extLst>
          </p:cNvPr>
          <p:cNvSpPr>
            <a:spLocks noGrp="1"/>
          </p:cNvSpPr>
          <p:nvPr/>
        </p:nvSpPr>
        <p:spPr>
          <a:xfrm>
            <a:off x="10810875" y="6191250"/>
            <a:ext cx="723900" cy="304800"/>
          </a:xfrm>
          <a:prstGeom prst="rect">
            <a:avLst/>
          </a:prstGeom>
          <a:noFill/>
          <a:ln w="0">
            <a:noFill/>
            <a:prstDash val="solid"/>
          </a:ln>
        </p:spPr>
        <p:txBody>
          <a:bodyPr lIns="57150" tIns="38100" rIns="57150" bIns="38100" anchor="ctr">
            <a:normAutofit/>
          </a:bodyPr>
          <a:lstStyle/>
          <a:p>
            <a:pPr marL="0" indent="0" algn="r">
              <a:lnSpc>
                <a:spcPct val="108000"/>
              </a:lnSpc>
              <a:spcAft>
                <a:spcPts val="4"/>
              </a:spcAft>
              <a:buNone/>
              <a:defRPr sz="1200" b="1">
                <a:solidFill>
                  <a:srgbClr val="F4C76D"/>
                </a:solidFill>
                <a:latin typeface="Aptos"/>
                <a:ea typeface="Aptos"/>
                <a:cs typeface="Aptos"/>
              </a:defRPr>
            </a:pPr>
            <a:r>
              <a:rPr lang="en-US" sz="1200" b="1" dirty="0">
                <a:solidFill>
                  <a:srgbClr val="F4C76D"/>
                </a:solidFill>
                <a:latin typeface="Aptos"/>
                <a:ea typeface="Aptos"/>
                <a:cs typeface="Aptos"/>
              </a:rPr>
              <a:t>05</a:t>
            </a:r>
          </a:p>
        </p:txBody>
      </p:sp>
    </p:spTree>
    <p:extLst>
      <p:ext uri="{BB962C8B-B14F-4D97-AF65-F5344CB8AC3E}">
        <p14:creationId xmlns:p14="http://schemas.microsoft.com/office/powerpoint/2010/main" val="6160172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11" name="module-eyebrow">
            <a:extLst>
              <a:ext uri="{FF2B5EF4-FFF2-40B4-BE49-F238E27FC236}">
                <a16:creationId xmlns:a16="http://schemas.microsoft.com/office/drawing/2014/main" id="{9609865D-8FB6-45DC-AD93-8EA43BF5F8EE}"/>
              </a:ext>
            </a:extLst>
          </p:cNvPr>
          <p:cNvSpPr>
            <a:spLocks noGrp="1"/>
          </p:cNvSpPr>
          <p:nvPr/>
        </p:nvSpPr>
        <p:spPr>
          <a:xfrm>
            <a:off x="685800" y="323850"/>
            <a:ext cx="3429000" cy="285750"/>
          </a:xfrm>
          <a:prstGeom prst="rect">
            <a:avLst/>
          </a:prstGeom>
          <a:noFill/>
          <a:ln w="0">
            <a:noFill/>
            <a:prstDash val="solid"/>
          </a:ln>
        </p:spPr>
        <p:txBody>
          <a:bodyPr lIns="57150" tIns="38100" rIns="57150" bIns="38100" anchor="ctr">
            <a:normAutofit fontScale="99855"/>
          </a:bodyPr>
          <a:lstStyle/>
          <a:p>
            <a:pPr marL="0" indent="0" algn="l">
              <a:lnSpc>
                <a:spcPct val="108000"/>
              </a:lnSpc>
              <a:spcAft>
                <a:spcPts val="4"/>
              </a:spcAft>
              <a:buNone/>
              <a:defRPr sz="1275" b="1">
                <a:solidFill>
                  <a:srgbClr val="F4C76D"/>
                </a:solidFill>
                <a:latin typeface="Aptos"/>
                <a:ea typeface="Aptos"/>
                <a:cs typeface="Aptos"/>
              </a:defRPr>
            </a:pPr>
            <a:r>
              <a:rPr lang="en-US" sz="1275" dirty="0">
                <a:solidFill>
                  <a:srgbClr val="F4C76D"/>
                </a:solidFill>
                <a:latin typeface="Aptos"/>
                <a:ea typeface="Aptos"/>
                <a:cs typeface="Aptos"/>
              </a:rPr>
              <a:t>NỖI ĐAU</a:t>
            </a:r>
          </a:p>
        </p:txBody>
      </p:sp>
      <p:sp>
        <p:nvSpPr>
          <p:cNvPr id="2" name="module-title">
            <a:extLst>
              <a:ext uri="{FF2B5EF4-FFF2-40B4-BE49-F238E27FC236}">
                <a16:creationId xmlns:a16="http://schemas.microsoft.com/office/drawing/2014/main" id="{4B3164F8-BEFB-45F9-9052-57B1706DE9A7}"/>
              </a:ext>
            </a:extLst>
          </p:cNvPr>
          <p:cNvSpPr>
            <a:spLocks noGrp="1"/>
          </p:cNvSpPr>
          <p:nvPr/>
        </p:nvSpPr>
        <p:spPr>
          <a:xfrm>
            <a:off x="685800" y="685800"/>
            <a:ext cx="9620250" cy="781050"/>
          </a:xfrm>
          <a:prstGeom prst="rect">
            <a:avLst/>
          </a:prstGeom>
          <a:noFill/>
          <a:ln w="0">
            <a:noFill/>
            <a:prstDash val="solid"/>
          </a:ln>
        </p:spPr>
        <p:txBody>
          <a:bodyPr lIns="57150" tIns="38100" rIns="57150" bIns="38100" anchor="ctr">
            <a:normAutofit fontScale="77722" lnSpcReduction="10000"/>
          </a:bodyPr>
          <a:lstStyle/>
          <a:p>
            <a:pPr marL="0" indent="0" algn="l">
              <a:lnSpc>
                <a:spcPct val="100000"/>
              </a:lnSpc>
              <a:spcAft>
                <a:spcPts val="4"/>
              </a:spcAft>
              <a:buNone/>
              <a:defRPr sz="3600" b="1">
                <a:solidFill>
                  <a:srgbClr val="FFFFFF"/>
                </a:solidFill>
                <a:latin typeface="Aptos Display"/>
                <a:ea typeface="Aptos Display"/>
                <a:cs typeface="Aptos Display"/>
              </a:defRPr>
            </a:pPr>
            <a:r>
              <a:rPr lang="en-US" sz="3600" dirty="0">
                <a:solidFill>
                  <a:srgbClr val="FFFFFF"/>
                </a:solidFill>
                <a:latin typeface="Aptos Display"/>
                <a:ea typeface="Aptos Display"/>
                <a:cs typeface="Aptos Display"/>
              </a:rPr>
              <a:t>VÌ SAO CÁCH MỜI THEO DANH SÁCH CÓ SẴN DỄ BẾ TẮC?</a:t>
            </a:r>
          </a:p>
        </p:txBody>
      </p:sp>
      <p:sp>
        <p:nvSpPr>
          <p:cNvPr id="3" name="module-left-panel">
            <a:extLst>
              <a:ext uri="{FF2B5EF4-FFF2-40B4-BE49-F238E27FC236}">
                <a16:creationId xmlns:a16="http://schemas.microsoft.com/office/drawing/2014/main" id="{4247DDBE-A67B-434C-975C-2F9B030B0A6D}"/>
              </a:ext>
            </a:extLst>
          </p:cNvPr>
          <p:cNvSpPr>
            <a:spLocks noGrp="1"/>
          </p:cNvSpPr>
          <p:nvPr/>
        </p:nvSpPr>
        <p:spPr>
          <a:xfrm>
            <a:off x="744486" y="1714500"/>
            <a:ext cx="4333875" cy="3476625"/>
          </a:xfrm>
          <a:prstGeom prst="roundRect">
            <a:avLst>
              <a:gd name="adj" fmla="val 6575"/>
            </a:avLst>
          </a:prstGeom>
          <a:solidFill>
            <a:srgbClr val="062458">
              <a:alpha val="94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4" name="module-right-panel">
            <a:extLst>
              <a:ext uri="{FF2B5EF4-FFF2-40B4-BE49-F238E27FC236}">
                <a16:creationId xmlns:a16="http://schemas.microsoft.com/office/drawing/2014/main" id="{E4652D4F-0FB4-4E83-85F6-F428F79D7AAF}"/>
              </a:ext>
            </a:extLst>
          </p:cNvPr>
          <p:cNvSpPr>
            <a:spLocks noGrp="1"/>
          </p:cNvSpPr>
          <p:nvPr/>
        </p:nvSpPr>
        <p:spPr>
          <a:xfrm>
            <a:off x="5286375" y="1714500"/>
            <a:ext cx="6238875" cy="3476625"/>
          </a:xfrm>
          <a:prstGeom prst="roundRect">
            <a:avLst>
              <a:gd name="adj" fmla="val 6575"/>
            </a:avLst>
          </a:prstGeom>
          <a:solidFill>
            <a:srgbClr val="F7F3E8">
              <a:alpha val="97000"/>
            </a:srgbClr>
          </a:solidFill>
          <a:ln w="12383">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5" name="module-callout">
            <a:extLst>
              <a:ext uri="{FF2B5EF4-FFF2-40B4-BE49-F238E27FC236}">
                <a16:creationId xmlns:a16="http://schemas.microsoft.com/office/drawing/2014/main" id="{C6DFCC99-84C3-45CF-A3E3-CFAC663534DB}"/>
              </a:ext>
            </a:extLst>
          </p:cNvPr>
          <p:cNvSpPr>
            <a:spLocks noGrp="1"/>
          </p:cNvSpPr>
          <p:nvPr/>
        </p:nvSpPr>
        <p:spPr>
          <a:xfrm>
            <a:off x="826677" y="1982429"/>
            <a:ext cx="4169492" cy="2857500"/>
          </a:xfrm>
          <a:prstGeom prst="rect">
            <a:avLst/>
          </a:prstGeom>
          <a:noFill/>
          <a:ln w="0">
            <a:noFill/>
            <a:prstDash val="solid"/>
          </a:ln>
        </p:spPr>
        <p:txBody>
          <a:bodyPr lIns="57150" tIns="38100" rIns="57150" bIns="38100" anchor="ctr">
            <a:normAutofit/>
          </a:bodyPr>
          <a:lstStyle/>
          <a:p>
            <a:pPr marL="0" indent="0" algn="l">
              <a:lnSpc>
                <a:spcPct val="108000"/>
              </a:lnSpc>
              <a:spcAft>
                <a:spcPts val="4"/>
              </a:spcAft>
              <a:buNone/>
              <a:defRPr sz="2100" b="1">
                <a:solidFill>
                  <a:srgbClr val="FFFFFF"/>
                </a:solidFill>
                <a:latin typeface="Aptos Display"/>
                <a:ea typeface="Aptos Display"/>
                <a:cs typeface="Aptos Display"/>
              </a:defRPr>
            </a:pPr>
            <a:r>
              <a:rPr lang="vi-VN" sz="2100" dirty="0">
                <a:solidFill>
                  <a:srgbClr val="FFFFFF"/>
                </a:solidFill>
                <a:latin typeface="Aptos Display"/>
                <a:ea typeface="Aptos Display"/>
                <a:cs typeface="Aptos Display"/>
              </a:rPr>
              <a:t>DOANH SỐ PHỤ THUỘC HOÀN TOÀN VÀO VIỆC BẠN ĐI TÌM NGƯỜI MỖI NGÀY</a:t>
            </a:r>
            <a:endParaRPr lang="en-US" sz="2100" dirty="0">
              <a:solidFill>
                <a:srgbClr val="FFFFFF"/>
              </a:solidFill>
              <a:latin typeface="Aptos Display"/>
              <a:ea typeface="Aptos Display"/>
              <a:cs typeface="Aptos Display"/>
            </a:endParaRPr>
          </a:p>
          <a:p>
            <a:pPr marL="0" indent="0" algn="l">
              <a:lnSpc>
                <a:spcPct val="108000"/>
              </a:lnSpc>
              <a:spcAft>
                <a:spcPts val="4"/>
              </a:spcAft>
              <a:buNone/>
              <a:defRPr sz="2100" b="1">
                <a:solidFill>
                  <a:srgbClr val="FFFFFF"/>
                </a:solidFill>
                <a:latin typeface="Aptos Display"/>
                <a:ea typeface="Aptos Display"/>
                <a:cs typeface="Aptos Display"/>
              </a:defRPr>
            </a:pPr>
            <a:endParaRPr lang="vi-VN" sz="2100" dirty="0">
              <a:solidFill>
                <a:srgbClr val="FFFFFF"/>
              </a:solidFill>
              <a:latin typeface="Aptos Display"/>
              <a:ea typeface="Aptos Display"/>
              <a:cs typeface="Aptos Display"/>
            </a:endParaRPr>
          </a:p>
          <a:p>
            <a:pPr marL="0" indent="0" algn="l">
              <a:lnSpc>
                <a:spcPct val="108000"/>
              </a:lnSpc>
              <a:spcAft>
                <a:spcPts val="4"/>
              </a:spcAft>
              <a:buNone/>
              <a:defRPr sz="2100" b="1">
                <a:solidFill>
                  <a:srgbClr val="FFFFFF"/>
                </a:solidFill>
                <a:latin typeface="Aptos Display"/>
                <a:ea typeface="Aptos Display"/>
                <a:cs typeface="Aptos Display"/>
              </a:defRPr>
            </a:pPr>
            <a:r>
              <a:rPr lang="en-US" sz="2100" dirty="0">
                <a:solidFill>
                  <a:srgbClr val="FFFFFF"/>
                </a:solidFill>
                <a:latin typeface="Aptos Display"/>
                <a:ea typeface="Aptos Display"/>
                <a:cs typeface="Aptos Display"/>
              </a:rPr>
              <a:t>-&gt; </a:t>
            </a:r>
            <a:r>
              <a:rPr lang="vi-VN" sz="2100" dirty="0">
                <a:solidFill>
                  <a:srgbClr val="FFFFFF"/>
                </a:solidFill>
                <a:latin typeface="Aptos Display"/>
                <a:ea typeface="Aptos Display"/>
                <a:cs typeface="Aptos Display"/>
              </a:rPr>
              <a:t>CÔNG VIỆC RẤT KHÓ MỞ RỘNG.</a:t>
            </a:r>
          </a:p>
        </p:txBody>
      </p:sp>
      <p:sp>
        <p:nvSpPr>
          <p:cNvPr id="6" name="module-body-1">
            <a:extLst>
              <a:ext uri="{FF2B5EF4-FFF2-40B4-BE49-F238E27FC236}">
                <a16:creationId xmlns:a16="http://schemas.microsoft.com/office/drawing/2014/main" id="{A09DB7EF-534D-4C65-9A13-410AC76D0EF8}"/>
              </a:ext>
            </a:extLst>
          </p:cNvPr>
          <p:cNvSpPr>
            <a:spLocks noGrp="1"/>
          </p:cNvSpPr>
          <p:nvPr/>
        </p:nvSpPr>
        <p:spPr>
          <a:xfrm>
            <a:off x="5619750" y="1924050"/>
            <a:ext cx="5572125" cy="3009900"/>
          </a:xfrm>
          <a:prstGeom prst="rect">
            <a:avLst/>
          </a:prstGeom>
          <a:noFill/>
          <a:ln w="0">
            <a:noFill/>
            <a:prstDash val="solid"/>
          </a:ln>
        </p:spPr>
        <p:txBody>
          <a:bodyPr lIns="57150" tIns="38100" rIns="57150" bIns="38100" anchor="t">
            <a:normAutofit/>
          </a:bodyPr>
          <a:lstStyle/>
          <a:p>
            <a:pPr marL="24" indent="-12" algn="l">
              <a:lnSpc>
                <a:spcPct val="150000"/>
              </a:lnSpc>
              <a:spcAft>
                <a:spcPts val="7"/>
              </a:spcAft>
              <a:buNone/>
              <a:defRPr sz="1725" b="0">
                <a:solidFill>
                  <a:srgbClr val="061E4A"/>
                </a:solidFill>
                <a:latin typeface="Aptos"/>
                <a:ea typeface="Aptos"/>
                <a:cs typeface="Aptos"/>
              </a:defRPr>
            </a:pPr>
            <a:r>
              <a:rPr lang="vi-VN" sz="2000" b="1" dirty="0">
                <a:solidFill>
                  <a:schemeClr val="tx2">
                    <a:lumMod val="75000"/>
                  </a:schemeClr>
                </a:solidFill>
                <a:latin typeface="Aptos"/>
                <a:ea typeface="Aptos"/>
                <a:cs typeface="Aptos"/>
              </a:rPr>
              <a:t>BẠN PHẢI LIÊN TỤC TẠO DANH SÁCH MỚI.</a:t>
            </a:r>
          </a:p>
          <a:p>
            <a:pPr marL="24" indent="-12" algn="l">
              <a:lnSpc>
                <a:spcPct val="150000"/>
              </a:lnSpc>
              <a:spcAft>
                <a:spcPts val="7"/>
              </a:spcAft>
              <a:buNone/>
              <a:defRPr sz="1725" b="0">
                <a:solidFill>
                  <a:srgbClr val="061E4A"/>
                </a:solidFill>
                <a:latin typeface="Aptos"/>
                <a:ea typeface="Aptos"/>
                <a:cs typeface="Aptos"/>
              </a:defRPr>
            </a:pPr>
            <a:r>
              <a:rPr lang="vi-VN" sz="2000" b="1" dirty="0">
                <a:solidFill>
                  <a:schemeClr val="tx2">
                    <a:lumMod val="75000"/>
                  </a:schemeClr>
                </a:solidFill>
                <a:latin typeface="Aptos"/>
                <a:ea typeface="Aptos"/>
                <a:cs typeface="Aptos"/>
              </a:rPr>
              <a:t>BẠN PHẢI TỰ KHỞI ĐỘNG GẦN NHƯ MỌI CUỘC TRÒ CHUYỆN.</a:t>
            </a:r>
          </a:p>
          <a:p>
            <a:pPr marL="24" indent="-12" algn="l">
              <a:lnSpc>
                <a:spcPct val="150000"/>
              </a:lnSpc>
              <a:spcAft>
                <a:spcPts val="7"/>
              </a:spcAft>
              <a:buNone/>
              <a:defRPr sz="1725" b="0">
                <a:solidFill>
                  <a:srgbClr val="061E4A"/>
                </a:solidFill>
                <a:latin typeface="Aptos"/>
                <a:ea typeface="Aptos"/>
                <a:cs typeface="Aptos"/>
              </a:defRPr>
            </a:pPr>
            <a:r>
              <a:rPr lang="vi-VN" sz="2000" b="1" dirty="0">
                <a:solidFill>
                  <a:schemeClr val="tx2">
                    <a:lumMod val="75000"/>
                  </a:schemeClr>
                </a:solidFill>
                <a:latin typeface="Aptos"/>
                <a:ea typeface="Aptos"/>
                <a:cs typeface="Aptos"/>
              </a:rPr>
              <a:t>MỘT LỜI TỪ CHỐI DỄ TẠO ÁP LỰC CHO CẢ NGƯỜI MỜI LẪN NGƯỜI ĐƯỢC MỜI.</a:t>
            </a:r>
          </a:p>
          <a:p>
            <a:pPr marL="24" indent="-12" algn="l">
              <a:lnSpc>
                <a:spcPct val="150000"/>
              </a:lnSpc>
              <a:spcAft>
                <a:spcPts val="7"/>
              </a:spcAft>
              <a:buNone/>
              <a:defRPr sz="1725" b="0">
                <a:solidFill>
                  <a:srgbClr val="061E4A"/>
                </a:solidFill>
                <a:latin typeface="Aptos"/>
                <a:ea typeface="Aptos"/>
                <a:cs typeface="Aptos"/>
              </a:defRPr>
            </a:pPr>
            <a:r>
              <a:rPr lang="vi-VN" sz="2000" b="1" dirty="0">
                <a:solidFill>
                  <a:schemeClr val="tx2">
                    <a:lumMod val="75000"/>
                  </a:schemeClr>
                </a:solidFill>
                <a:latin typeface="Aptos"/>
                <a:ea typeface="Aptos"/>
                <a:cs typeface="Aptos"/>
              </a:rPr>
              <a:t>KHI BẠN DỪNG, DÒNG NGƯỜI CŨNG DỪNG.</a:t>
            </a:r>
          </a:p>
        </p:txBody>
      </p:sp>
      <p:sp>
        <p:nvSpPr>
          <p:cNvPr id="7" name="icon-badge-clipboard-list">
            <a:extLst>
              <a:ext uri="{FF2B5EF4-FFF2-40B4-BE49-F238E27FC236}">
                <a16:creationId xmlns:a16="http://schemas.microsoft.com/office/drawing/2014/main" id="{6B0FA3C6-EFD4-4BC9-BB0D-547EDA9A9FFF}"/>
              </a:ext>
            </a:extLst>
          </p:cNvPr>
          <p:cNvSpPr>
            <a:spLocks noGrp="1"/>
          </p:cNvSpPr>
          <p:nvPr/>
        </p:nvSpPr>
        <p:spPr>
          <a:xfrm>
            <a:off x="10648950" y="523875"/>
            <a:ext cx="723900" cy="7239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8" name="Graphic 17"/>
          <p:cNvPicPr>
            <a:picLocks noChangeAspect="1"/>
          </p:cNvPicPr>
          <p:nvPr/>
        </p:nvPicPr>
        <p:blipFill>
          <a:blip>
            <a:extLst>
              <a:ext uri="{96DAC541-7B7A-43D3-8B79-37D633B846F1}">
                <asvg:svgBlip xmlns:asvg="http://schemas.microsoft.com/office/drawing/2016/SVG/main" r:embed="rId4"/>
              </a:ext>
            </a:extLst>
          </a:blip>
          <a:stretch/>
        </p:blipFill>
        <p:spPr>
          <a:xfrm>
            <a:off x="10815447" y="690372"/>
            <a:ext cx="390906" cy="390906"/>
          </a:xfrm>
          <a:prstGeom prst="rect">
            <a:avLst/>
          </a:prstGeom>
        </p:spPr>
      </p:pic>
      <p:sp>
        <p:nvSpPr>
          <p:cNvPr id="9" name="footer">
            <a:extLst>
              <a:ext uri="{FF2B5EF4-FFF2-40B4-BE49-F238E27FC236}">
                <a16:creationId xmlns:a16="http://schemas.microsoft.com/office/drawing/2014/main" id="{BA605323-593C-4DF5-B5C7-23A7467B9D56}"/>
              </a:ext>
            </a:extLst>
          </p:cNvPr>
          <p:cNvSpPr>
            <a:spLocks noGrp="1"/>
          </p:cNvSpPr>
          <p:nvPr/>
        </p:nvSpPr>
        <p:spPr>
          <a:xfrm>
            <a:off x="685800" y="6257925"/>
            <a:ext cx="8858250" cy="228600"/>
          </a:xfrm>
          <a:prstGeom prst="rect">
            <a:avLst/>
          </a:prstGeom>
          <a:noFill/>
          <a:ln w="0">
            <a:noFill/>
            <a:prstDash val="solid"/>
          </a:ln>
        </p:spPr>
        <p:txBody>
          <a:bodyPr lIns="57150" tIns="38100" rIns="57150" bIns="38100" anchor="ctr">
            <a:normAutofit fontScale="95683" lnSpcReduction="10000"/>
          </a:bodyPr>
          <a:lstStyle/>
          <a:p>
            <a:pPr marL="0" indent="0" algn="l">
              <a:lnSpc>
                <a:spcPct val="108000"/>
              </a:lnSpc>
              <a:spcAft>
                <a:spcPts val="4"/>
              </a:spcAft>
              <a:buNone/>
              <a:defRPr sz="1050" b="1">
                <a:solidFill>
                  <a:srgbClr val="C9D8F0"/>
                </a:solidFill>
                <a:latin typeface="Aptos"/>
                <a:ea typeface="Aptos"/>
                <a:cs typeface="Aptos"/>
              </a:defRPr>
            </a:pPr>
            <a:r>
              <a:rPr lang="en-US" sz="1050" dirty="0">
                <a:solidFill>
                  <a:srgbClr val="F4C76D"/>
                </a:solidFill>
                <a:latin typeface="Aptos"/>
                <a:ea typeface="Aptos"/>
                <a:cs typeface="Aptos"/>
              </a:rPr>
              <a:t>HÚT CỘNG ĐỒNG TỰ ĐỘNG</a:t>
            </a:r>
            <a:r>
              <a:rPr lang="en-US" sz="1050" dirty="0">
                <a:solidFill>
                  <a:srgbClr val="C9D8F0"/>
                </a:solidFill>
                <a:latin typeface="Aptos"/>
                <a:ea typeface="Aptos"/>
                <a:cs typeface="Aptos"/>
              </a:rPr>
              <a:t> • ĐÀO TẠO 3 BUỔI</a:t>
            </a:r>
          </a:p>
        </p:txBody>
      </p:sp>
      <p:sp>
        <p:nvSpPr>
          <p:cNvPr id="10" name="page-number">
            <a:extLst>
              <a:ext uri="{FF2B5EF4-FFF2-40B4-BE49-F238E27FC236}">
                <a16:creationId xmlns:a16="http://schemas.microsoft.com/office/drawing/2014/main" id="{6804D577-6408-4F57-8478-46BE4FD0F75E}"/>
              </a:ext>
            </a:extLst>
          </p:cNvPr>
          <p:cNvSpPr>
            <a:spLocks noGrp="1"/>
          </p:cNvSpPr>
          <p:nvPr/>
        </p:nvSpPr>
        <p:spPr>
          <a:xfrm>
            <a:off x="10810875" y="6191250"/>
            <a:ext cx="723900" cy="304800"/>
          </a:xfrm>
          <a:prstGeom prst="rect">
            <a:avLst/>
          </a:prstGeom>
          <a:noFill/>
          <a:ln w="0">
            <a:noFill/>
            <a:prstDash val="solid"/>
          </a:ln>
        </p:spPr>
        <p:txBody>
          <a:bodyPr lIns="57150" tIns="38100" rIns="57150" bIns="38100" anchor="ctr">
            <a:normAutofit/>
          </a:bodyPr>
          <a:lstStyle/>
          <a:p>
            <a:pPr marL="0" indent="0" algn="r">
              <a:lnSpc>
                <a:spcPct val="108000"/>
              </a:lnSpc>
              <a:spcAft>
                <a:spcPts val="4"/>
              </a:spcAft>
              <a:buNone/>
              <a:defRPr sz="1200" b="1">
                <a:solidFill>
                  <a:srgbClr val="F4C76D"/>
                </a:solidFill>
                <a:latin typeface="Aptos"/>
                <a:ea typeface="Aptos"/>
                <a:cs typeface="Aptos"/>
              </a:defRPr>
            </a:pPr>
            <a:r>
              <a:rPr lang="en-US" sz="1200" dirty="0">
                <a:solidFill>
                  <a:srgbClr val="F4C76D"/>
                </a:solidFill>
                <a:latin typeface="Aptos"/>
                <a:ea typeface="Aptos"/>
                <a:cs typeface="Aptos"/>
              </a:rPr>
              <a:t>06</a:t>
            </a:r>
          </a:p>
        </p:txBody>
      </p:sp>
    </p:spTree>
    <p:extLst>
      <p:ext uri="{BB962C8B-B14F-4D97-AF65-F5344CB8AC3E}">
        <p14:creationId xmlns:p14="http://schemas.microsoft.com/office/powerpoint/2010/main" val="18636781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11" name="module-eyebrow">
            <a:extLst>
              <a:ext uri="{FF2B5EF4-FFF2-40B4-BE49-F238E27FC236}">
                <a16:creationId xmlns:a16="http://schemas.microsoft.com/office/drawing/2014/main" id="{487D04DE-3505-471F-B151-0A6FA2A90C5E}"/>
              </a:ext>
            </a:extLst>
          </p:cNvPr>
          <p:cNvSpPr>
            <a:spLocks noGrp="1"/>
          </p:cNvSpPr>
          <p:nvPr/>
        </p:nvSpPr>
        <p:spPr>
          <a:xfrm>
            <a:off x="685800" y="323850"/>
            <a:ext cx="3429000" cy="285750"/>
          </a:xfrm>
          <a:prstGeom prst="rect">
            <a:avLst/>
          </a:prstGeom>
          <a:noFill/>
          <a:ln w="0">
            <a:noFill/>
            <a:prstDash val="solid"/>
          </a:ln>
        </p:spPr>
        <p:txBody>
          <a:bodyPr lIns="57150" tIns="38100" rIns="57150" bIns="38100" anchor="ctr">
            <a:normAutofit fontScale="99855"/>
          </a:bodyPr>
          <a:lstStyle/>
          <a:p>
            <a:pPr marL="0" indent="0" algn="l">
              <a:lnSpc>
                <a:spcPct val="108000"/>
              </a:lnSpc>
              <a:spcAft>
                <a:spcPts val="4"/>
              </a:spcAft>
              <a:buNone/>
              <a:defRPr sz="1275" b="1">
                <a:solidFill>
                  <a:srgbClr val="F4C76D"/>
                </a:solidFill>
                <a:latin typeface="Aptos"/>
                <a:ea typeface="Aptos"/>
                <a:cs typeface="Aptos"/>
              </a:defRPr>
            </a:pPr>
            <a:r>
              <a:rPr lang="en-US" sz="1275" dirty="0">
                <a:solidFill>
                  <a:srgbClr val="F4C76D"/>
                </a:solidFill>
                <a:latin typeface="Aptos"/>
                <a:ea typeface="Aptos"/>
                <a:cs typeface="Aptos"/>
              </a:rPr>
              <a:t>ĐÁNH THỨC</a:t>
            </a:r>
          </a:p>
        </p:txBody>
      </p:sp>
      <p:sp>
        <p:nvSpPr>
          <p:cNvPr id="2" name="module-title">
            <a:extLst>
              <a:ext uri="{FF2B5EF4-FFF2-40B4-BE49-F238E27FC236}">
                <a16:creationId xmlns:a16="http://schemas.microsoft.com/office/drawing/2014/main" id="{C4A00903-C67F-44CA-8B42-24F3293787AC}"/>
              </a:ext>
            </a:extLst>
          </p:cNvPr>
          <p:cNvSpPr>
            <a:spLocks noGrp="1"/>
          </p:cNvSpPr>
          <p:nvPr/>
        </p:nvSpPr>
        <p:spPr>
          <a:xfrm>
            <a:off x="685800" y="685800"/>
            <a:ext cx="9620250" cy="7810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vi-VN" sz="3900" dirty="0">
                <a:solidFill>
                  <a:srgbClr val="FFFFFF"/>
                </a:solidFill>
                <a:latin typeface="Aptos Display"/>
                <a:ea typeface="Aptos Display"/>
                <a:cs typeface="Aptos Display"/>
              </a:rPr>
              <a:t>VẤN ĐỀ KHÔNG PHẢI BẠN CHƯA ĐỦ CHĂM</a:t>
            </a:r>
          </a:p>
        </p:txBody>
      </p:sp>
      <p:sp>
        <p:nvSpPr>
          <p:cNvPr id="3" name="module-left-panel">
            <a:extLst>
              <a:ext uri="{FF2B5EF4-FFF2-40B4-BE49-F238E27FC236}">
                <a16:creationId xmlns:a16="http://schemas.microsoft.com/office/drawing/2014/main" id="{9CCA9DD3-ABB5-42FA-936A-6DB8B9434E0E}"/>
              </a:ext>
            </a:extLst>
          </p:cNvPr>
          <p:cNvSpPr>
            <a:spLocks noGrp="1"/>
          </p:cNvSpPr>
          <p:nvPr/>
        </p:nvSpPr>
        <p:spPr>
          <a:xfrm>
            <a:off x="666750" y="1714500"/>
            <a:ext cx="4333875" cy="3476625"/>
          </a:xfrm>
          <a:prstGeom prst="roundRect">
            <a:avLst>
              <a:gd name="adj" fmla="val 6575"/>
            </a:avLst>
          </a:prstGeom>
          <a:solidFill>
            <a:srgbClr val="062458">
              <a:alpha val="94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4" name="module-right-panel">
            <a:extLst>
              <a:ext uri="{FF2B5EF4-FFF2-40B4-BE49-F238E27FC236}">
                <a16:creationId xmlns:a16="http://schemas.microsoft.com/office/drawing/2014/main" id="{DF486380-C5D5-48FA-90D4-C10401EDBEF1}"/>
              </a:ext>
            </a:extLst>
          </p:cNvPr>
          <p:cNvSpPr>
            <a:spLocks noGrp="1"/>
          </p:cNvSpPr>
          <p:nvPr/>
        </p:nvSpPr>
        <p:spPr>
          <a:xfrm>
            <a:off x="5286375" y="1714500"/>
            <a:ext cx="6238875" cy="3476625"/>
          </a:xfrm>
          <a:prstGeom prst="roundRect">
            <a:avLst>
              <a:gd name="adj" fmla="val 6575"/>
            </a:avLst>
          </a:prstGeom>
          <a:solidFill>
            <a:srgbClr val="F7F3E8">
              <a:alpha val="97000"/>
            </a:srgbClr>
          </a:solidFill>
          <a:ln w="12383">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5" name="module-callout">
            <a:extLst>
              <a:ext uri="{FF2B5EF4-FFF2-40B4-BE49-F238E27FC236}">
                <a16:creationId xmlns:a16="http://schemas.microsoft.com/office/drawing/2014/main" id="{B872F57C-D3EB-4C63-890F-B75EA5B66577}"/>
              </a:ext>
            </a:extLst>
          </p:cNvPr>
          <p:cNvSpPr>
            <a:spLocks noGrp="1"/>
          </p:cNvSpPr>
          <p:nvPr/>
        </p:nvSpPr>
        <p:spPr>
          <a:xfrm>
            <a:off x="933450" y="1981200"/>
            <a:ext cx="3810000" cy="2857500"/>
          </a:xfrm>
          <a:prstGeom prst="rect">
            <a:avLst/>
          </a:prstGeom>
          <a:noFill/>
          <a:ln w="0">
            <a:noFill/>
            <a:prstDash val="solid"/>
          </a:ln>
        </p:spPr>
        <p:txBody>
          <a:bodyPr lIns="57150" tIns="38100" rIns="57150" bIns="38100" anchor="ctr">
            <a:normAutofit/>
          </a:bodyPr>
          <a:lstStyle/>
          <a:p>
            <a:pPr marL="0" indent="0" algn="l">
              <a:lnSpc>
                <a:spcPct val="108000"/>
              </a:lnSpc>
              <a:spcAft>
                <a:spcPts val="4"/>
              </a:spcAft>
              <a:buNone/>
              <a:defRPr sz="1875" b="1">
                <a:solidFill>
                  <a:srgbClr val="FFFFFF"/>
                </a:solidFill>
                <a:latin typeface="Aptos Display"/>
                <a:ea typeface="Aptos Display"/>
                <a:cs typeface="Aptos Display"/>
              </a:defRPr>
            </a:pPr>
            <a:r>
              <a:rPr lang="vi-VN" sz="1875" dirty="0">
                <a:solidFill>
                  <a:srgbClr val="FFFFFF"/>
                </a:solidFill>
                <a:latin typeface="Aptos Display"/>
                <a:ea typeface="Aptos Display"/>
                <a:cs typeface="Aptos Display"/>
              </a:rPr>
              <a:t>ĐỪNG CHỈ HỎI</a:t>
            </a:r>
            <a:r>
              <a:rPr lang="vi-VN" sz="1875" dirty="0">
                <a:solidFill>
                  <a:srgbClr val="FFC000"/>
                </a:solidFill>
                <a:latin typeface="Aptos Display"/>
                <a:ea typeface="Aptos Display"/>
                <a:cs typeface="Aptos Display"/>
              </a:rPr>
              <a:t>: “HÔM NAY TÔI MỜI ĐƯỢC BAO NHIÊU NGƯỜI?”</a:t>
            </a:r>
            <a:endParaRPr lang="en-US" sz="1875" dirty="0">
              <a:solidFill>
                <a:srgbClr val="FFC000"/>
              </a:solidFill>
              <a:latin typeface="Aptos Display"/>
              <a:ea typeface="Aptos Display"/>
              <a:cs typeface="Aptos Display"/>
            </a:endParaRPr>
          </a:p>
          <a:p>
            <a:pPr marL="0" indent="0" algn="l">
              <a:lnSpc>
                <a:spcPct val="108000"/>
              </a:lnSpc>
              <a:spcAft>
                <a:spcPts val="4"/>
              </a:spcAft>
              <a:buNone/>
              <a:defRPr sz="1875" b="1">
                <a:solidFill>
                  <a:srgbClr val="FFFFFF"/>
                </a:solidFill>
                <a:latin typeface="Aptos Display"/>
                <a:ea typeface="Aptos Display"/>
                <a:cs typeface="Aptos Display"/>
              </a:defRPr>
            </a:pPr>
            <a:endParaRPr lang="vi-VN" sz="1875" dirty="0">
              <a:solidFill>
                <a:srgbClr val="FFFFFF"/>
              </a:solidFill>
              <a:latin typeface="Aptos Display"/>
              <a:ea typeface="Aptos Display"/>
              <a:cs typeface="Aptos Display"/>
            </a:endParaRPr>
          </a:p>
          <a:p>
            <a:pPr marL="0" indent="0" algn="l">
              <a:lnSpc>
                <a:spcPct val="108000"/>
              </a:lnSpc>
              <a:spcAft>
                <a:spcPts val="4"/>
              </a:spcAft>
              <a:buNone/>
              <a:defRPr sz="1875" b="1">
                <a:solidFill>
                  <a:srgbClr val="FFFFFF"/>
                </a:solidFill>
                <a:latin typeface="Aptos Display"/>
                <a:ea typeface="Aptos Display"/>
                <a:cs typeface="Aptos Display"/>
              </a:defRPr>
            </a:pPr>
            <a:r>
              <a:rPr lang="vi-VN" sz="1875" dirty="0">
                <a:solidFill>
                  <a:srgbClr val="FFFFFF"/>
                </a:solidFill>
                <a:latin typeface="Aptos Display"/>
                <a:ea typeface="Aptos Display"/>
                <a:cs typeface="Aptos Display"/>
              </a:rPr>
              <a:t>HÃY HỎI: </a:t>
            </a:r>
            <a:r>
              <a:rPr lang="vi-VN" sz="1875" dirty="0">
                <a:solidFill>
                  <a:srgbClr val="FFC000"/>
                </a:solidFill>
                <a:latin typeface="Aptos Display"/>
                <a:ea typeface="Aptos Display"/>
                <a:cs typeface="Aptos Display"/>
              </a:rPr>
              <a:t>“HÔM NAY TÔI XÂY ĐƯỢC GÌ ĐỂ NGÀY MAI NGƯỜI KHÁC TỰ TÌM ĐẾN?”</a:t>
            </a:r>
          </a:p>
        </p:txBody>
      </p:sp>
      <p:sp>
        <p:nvSpPr>
          <p:cNvPr id="6" name="module-body-1">
            <a:extLst>
              <a:ext uri="{FF2B5EF4-FFF2-40B4-BE49-F238E27FC236}">
                <a16:creationId xmlns:a16="http://schemas.microsoft.com/office/drawing/2014/main" id="{C0075D88-2551-4FE9-BE46-00301A241A01}"/>
              </a:ext>
            </a:extLst>
          </p:cNvPr>
          <p:cNvSpPr>
            <a:spLocks noGrp="1"/>
          </p:cNvSpPr>
          <p:nvPr/>
        </p:nvSpPr>
        <p:spPr>
          <a:xfrm>
            <a:off x="5619750" y="1924050"/>
            <a:ext cx="5572125" cy="3009900"/>
          </a:xfrm>
          <a:prstGeom prst="rect">
            <a:avLst/>
          </a:prstGeom>
          <a:noFill/>
          <a:ln w="0">
            <a:noFill/>
            <a:prstDash val="solid"/>
          </a:ln>
        </p:spPr>
        <p:txBody>
          <a:bodyPr lIns="57150" tIns="38100" rIns="57150" bIns="38100" anchor="t">
            <a:normAutofit fontScale="85000" lnSpcReduction="10000"/>
          </a:bodyPr>
          <a:lstStyle/>
          <a:p>
            <a:pPr marL="24" indent="-12" algn="l">
              <a:lnSpc>
                <a:spcPct val="150000"/>
              </a:lnSpc>
              <a:spcAft>
                <a:spcPts val="7"/>
              </a:spcAft>
              <a:buNone/>
              <a:defRPr sz="1725" b="0">
                <a:solidFill>
                  <a:srgbClr val="061E4A"/>
                </a:solidFill>
                <a:latin typeface="Aptos"/>
                <a:ea typeface="Aptos"/>
                <a:cs typeface="Aptos"/>
              </a:defRPr>
            </a:pPr>
            <a:r>
              <a:rPr lang="vi-VN" sz="2000" b="1" dirty="0">
                <a:solidFill>
                  <a:srgbClr val="061E4A"/>
                </a:solidFill>
                <a:latin typeface="Aptos"/>
                <a:ea typeface="Aptos"/>
                <a:cs typeface="Aptos"/>
              </a:rPr>
              <a:t>BẠN CÓ THỂ RẤT CHĂM MÀ VẪN QUAY LẠI VẠCH XUẤT PHÁT MỖI THÁNG.</a:t>
            </a:r>
          </a:p>
          <a:p>
            <a:pPr marL="24" indent="-12" algn="l">
              <a:lnSpc>
                <a:spcPct val="150000"/>
              </a:lnSpc>
              <a:spcAft>
                <a:spcPts val="7"/>
              </a:spcAft>
              <a:buNone/>
              <a:defRPr sz="1725" b="0">
                <a:solidFill>
                  <a:srgbClr val="061E4A"/>
                </a:solidFill>
                <a:latin typeface="Aptos"/>
                <a:ea typeface="Aptos"/>
                <a:cs typeface="Aptos"/>
              </a:defRPr>
            </a:pPr>
            <a:r>
              <a:rPr lang="vi-VN" sz="2000" b="1" dirty="0">
                <a:solidFill>
                  <a:srgbClr val="061E4A"/>
                </a:solidFill>
                <a:latin typeface="Aptos"/>
                <a:ea typeface="Aptos"/>
                <a:cs typeface="Aptos"/>
              </a:rPr>
              <a:t>BẠN CÓ THỂ GIỎI SẢN PHẨM NHƯNG CHƯA GIỎI TẠO SỰ CHÚ Ý.</a:t>
            </a:r>
          </a:p>
          <a:p>
            <a:pPr marL="24" indent="-12" algn="l">
              <a:lnSpc>
                <a:spcPct val="150000"/>
              </a:lnSpc>
              <a:spcAft>
                <a:spcPts val="7"/>
              </a:spcAft>
              <a:buNone/>
              <a:defRPr sz="1725" b="0">
                <a:solidFill>
                  <a:srgbClr val="061E4A"/>
                </a:solidFill>
                <a:latin typeface="Aptos"/>
                <a:ea typeface="Aptos"/>
                <a:cs typeface="Aptos"/>
              </a:defRPr>
            </a:pPr>
            <a:r>
              <a:rPr lang="vi-VN" sz="2000" b="1" dirty="0">
                <a:solidFill>
                  <a:srgbClr val="061E4A"/>
                </a:solidFill>
                <a:latin typeface="Aptos"/>
                <a:ea typeface="Aptos"/>
                <a:cs typeface="Aptos"/>
              </a:rPr>
              <a:t>BẠN CÓ THỂ GIỎI TƯ VẤN NHƯNG CHƯA CÓ MỘT NƠI ĐỂ TẬP TRUNG NGƯỜI QUAN TÂM.</a:t>
            </a:r>
          </a:p>
          <a:p>
            <a:pPr marL="24" indent="-12" algn="l">
              <a:lnSpc>
                <a:spcPct val="150000"/>
              </a:lnSpc>
              <a:spcAft>
                <a:spcPts val="7"/>
              </a:spcAft>
              <a:buNone/>
              <a:defRPr sz="1725" b="0">
                <a:solidFill>
                  <a:srgbClr val="061E4A"/>
                </a:solidFill>
                <a:latin typeface="Aptos"/>
                <a:ea typeface="Aptos"/>
                <a:cs typeface="Aptos"/>
              </a:defRPr>
            </a:pPr>
            <a:r>
              <a:rPr lang="vi-VN" sz="2000" b="1" dirty="0">
                <a:solidFill>
                  <a:srgbClr val="061E4A"/>
                </a:solidFill>
                <a:latin typeface="Aptos"/>
                <a:ea typeface="Aptos"/>
                <a:cs typeface="Aptos"/>
              </a:rPr>
              <a:t>THỨ CẦN XÂY KHÔNG CHỈ LÀ DOANH SỐ — MÀ LÀ TÀI SẢN TRUYỀN THÔNG VÀ NIỀM TIN.</a:t>
            </a:r>
          </a:p>
        </p:txBody>
      </p:sp>
      <p:sp>
        <p:nvSpPr>
          <p:cNvPr id="7" name="icon-badge-panels-top-left">
            <a:extLst>
              <a:ext uri="{FF2B5EF4-FFF2-40B4-BE49-F238E27FC236}">
                <a16:creationId xmlns:a16="http://schemas.microsoft.com/office/drawing/2014/main" id="{B1AF08C9-04CB-4439-894F-421E1C12AEFC}"/>
              </a:ext>
            </a:extLst>
          </p:cNvPr>
          <p:cNvSpPr>
            <a:spLocks noGrp="1"/>
          </p:cNvSpPr>
          <p:nvPr/>
        </p:nvSpPr>
        <p:spPr>
          <a:xfrm>
            <a:off x="10648950" y="523875"/>
            <a:ext cx="723900" cy="7239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8" name="Graphic 17"/>
          <p:cNvPicPr>
            <a:picLocks noChangeAspect="1"/>
          </p:cNvPicPr>
          <p:nvPr/>
        </p:nvPicPr>
        <p:blipFill>
          <a:blip>
            <a:extLst>
              <a:ext uri="{96DAC541-7B7A-43D3-8B79-37D633B846F1}">
                <asvg:svgBlip xmlns:asvg="http://schemas.microsoft.com/office/drawing/2016/SVG/main" r:embed="rId4"/>
              </a:ext>
            </a:extLst>
          </a:blip>
          <a:stretch/>
        </p:blipFill>
        <p:spPr>
          <a:xfrm>
            <a:off x="10815447" y="690372"/>
            <a:ext cx="390906" cy="390906"/>
          </a:xfrm>
          <a:prstGeom prst="rect">
            <a:avLst/>
          </a:prstGeom>
        </p:spPr>
      </p:pic>
    </p:spTree>
    <p:extLst>
      <p:ext uri="{BB962C8B-B14F-4D97-AF65-F5344CB8AC3E}">
        <p14:creationId xmlns:p14="http://schemas.microsoft.com/office/powerpoint/2010/main" val="6350537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11" name="module-eyebrow">
            <a:extLst>
              <a:ext uri="{FF2B5EF4-FFF2-40B4-BE49-F238E27FC236}">
                <a16:creationId xmlns:a16="http://schemas.microsoft.com/office/drawing/2014/main" id="{60733A1B-458E-41B7-9BA5-2C29051456DD}"/>
              </a:ext>
            </a:extLst>
          </p:cNvPr>
          <p:cNvSpPr>
            <a:spLocks noGrp="1"/>
          </p:cNvSpPr>
          <p:nvPr/>
        </p:nvSpPr>
        <p:spPr>
          <a:xfrm>
            <a:off x="685800" y="323850"/>
            <a:ext cx="3429000" cy="285750"/>
          </a:xfrm>
          <a:prstGeom prst="rect">
            <a:avLst/>
          </a:prstGeom>
          <a:noFill/>
          <a:ln w="0">
            <a:noFill/>
            <a:prstDash val="solid"/>
          </a:ln>
        </p:spPr>
        <p:txBody>
          <a:bodyPr lIns="57150" tIns="38100" rIns="57150" bIns="38100" anchor="ctr">
            <a:normAutofit fontScale="99855"/>
          </a:bodyPr>
          <a:lstStyle/>
          <a:p>
            <a:pPr marL="0" indent="0" algn="l">
              <a:lnSpc>
                <a:spcPct val="108000"/>
              </a:lnSpc>
              <a:spcAft>
                <a:spcPts val="4"/>
              </a:spcAft>
              <a:buNone/>
              <a:defRPr sz="1275" b="1">
                <a:solidFill>
                  <a:srgbClr val="F4C76D"/>
                </a:solidFill>
                <a:latin typeface="Aptos"/>
                <a:ea typeface="Aptos"/>
                <a:cs typeface="Aptos"/>
              </a:defRPr>
            </a:pPr>
            <a:r>
              <a:rPr lang="en-US" sz="1275" dirty="0">
                <a:solidFill>
                  <a:srgbClr val="F4C76D"/>
                </a:solidFill>
                <a:latin typeface="Aptos"/>
                <a:ea typeface="Aptos"/>
                <a:cs typeface="Aptos"/>
              </a:rPr>
              <a:t>CHUYỂN GÓC NHÌN</a:t>
            </a:r>
          </a:p>
        </p:txBody>
      </p:sp>
      <p:sp>
        <p:nvSpPr>
          <p:cNvPr id="2" name="module-title">
            <a:extLst>
              <a:ext uri="{FF2B5EF4-FFF2-40B4-BE49-F238E27FC236}">
                <a16:creationId xmlns:a16="http://schemas.microsoft.com/office/drawing/2014/main" id="{8DA9389B-89AF-4074-85DC-9DB15C18E2D2}"/>
              </a:ext>
            </a:extLst>
          </p:cNvPr>
          <p:cNvSpPr>
            <a:spLocks noGrp="1"/>
          </p:cNvSpPr>
          <p:nvPr/>
        </p:nvSpPr>
        <p:spPr>
          <a:xfrm>
            <a:off x="685800" y="685800"/>
            <a:ext cx="9620250" cy="7810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en-US" sz="3900" dirty="0">
                <a:solidFill>
                  <a:srgbClr val="FFFFFF"/>
                </a:solidFill>
                <a:latin typeface="Aptos Display"/>
                <a:ea typeface="Aptos Display"/>
                <a:cs typeface="Aptos Display"/>
              </a:rPr>
              <a:t>THAY ĐỔI LỚN KHÔNG NẰM Ở LỜI MỜI</a:t>
            </a:r>
          </a:p>
        </p:txBody>
      </p:sp>
      <p:sp>
        <p:nvSpPr>
          <p:cNvPr id="3" name="module-left-panel">
            <a:extLst>
              <a:ext uri="{FF2B5EF4-FFF2-40B4-BE49-F238E27FC236}">
                <a16:creationId xmlns:a16="http://schemas.microsoft.com/office/drawing/2014/main" id="{EEB992B4-744D-42A8-B3A6-9214F79D804D}"/>
              </a:ext>
            </a:extLst>
          </p:cNvPr>
          <p:cNvSpPr>
            <a:spLocks noGrp="1"/>
          </p:cNvSpPr>
          <p:nvPr/>
        </p:nvSpPr>
        <p:spPr>
          <a:xfrm>
            <a:off x="666750" y="1714500"/>
            <a:ext cx="4333875" cy="3476625"/>
          </a:xfrm>
          <a:prstGeom prst="roundRect">
            <a:avLst>
              <a:gd name="adj" fmla="val 6575"/>
            </a:avLst>
          </a:prstGeom>
          <a:solidFill>
            <a:srgbClr val="062458">
              <a:alpha val="94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4" name="module-right-panel">
            <a:extLst>
              <a:ext uri="{FF2B5EF4-FFF2-40B4-BE49-F238E27FC236}">
                <a16:creationId xmlns:a16="http://schemas.microsoft.com/office/drawing/2014/main" id="{026EF216-BF8A-4851-9434-081023FAA563}"/>
              </a:ext>
            </a:extLst>
          </p:cNvPr>
          <p:cNvSpPr>
            <a:spLocks noGrp="1"/>
          </p:cNvSpPr>
          <p:nvPr/>
        </p:nvSpPr>
        <p:spPr>
          <a:xfrm>
            <a:off x="5286375" y="1714500"/>
            <a:ext cx="6238875" cy="3476625"/>
          </a:xfrm>
          <a:prstGeom prst="roundRect">
            <a:avLst>
              <a:gd name="adj" fmla="val 6575"/>
            </a:avLst>
          </a:prstGeom>
          <a:solidFill>
            <a:srgbClr val="F7F3E8">
              <a:alpha val="97000"/>
            </a:srgbClr>
          </a:solidFill>
          <a:ln w="12383">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5" name="module-callout">
            <a:extLst>
              <a:ext uri="{FF2B5EF4-FFF2-40B4-BE49-F238E27FC236}">
                <a16:creationId xmlns:a16="http://schemas.microsoft.com/office/drawing/2014/main" id="{C9CC40AF-8947-4707-A1F0-46544CC260DE}"/>
              </a:ext>
            </a:extLst>
          </p:cNvPr>
          <p:cNvSpPr>
            <a:spLocks noGrp="1"/>
          </p:cNvSpPr>
          <p:nvPr/>
        </p:nvSpPr>
        <p:spPr>
          <a:xfrm>
            <a:off x="933450" y="1981200"/>
            <a:ext cx="3810000" cy="2857500"/>
          </a:xfrm>
          <a:prstGeom prst="rect">
            <a:avLst/>
          </a:prstGeom>
          <a:noFill/>
          <a:ln w="0">
            <a:noFill/>
            <a:prstDash val="solid"/>
          </a:ln>
        </p:spPr>
        <p:txBody>
          <a:bodyPr lIns="57150" tIns="38100" rIns="57150" bIns="38100" anchor="ctr">
            <a:normAutofit/>
          </a:bodyPr>
          <a:lstStyle/>
          <a:p>
            <a:pPr marL="0" indent="0" algn="l">
              <a:lnSpc>
                <a:spcPct val="108000"/>
              </a:lnSpc>
              <a:spcAft>
                <a:spcPts val="4"/>
              </a:spcAft>
              <a:buNone/>
              <a:defRPr sz="2100" b="1">
                <a:solidFill>
                  <a:srgbClr val="FFFFFF"/>
                </a:solidFill>
                <a:latin typeface="Aptos Display"/>
                <a:ea typeface="Aptos Display"/>
                <a:cs typeface="Aptos Display"/>
              </a:defRPr>
            </a:pPr>
            <a:r>
              <a:rPr lang="vi-VN" sz="2100" dirty="0">
                <a:solidFill>
                  <a:srgbClr val="FFFFFF"/>
                </a:solidFill>
                <a:latin typeface="Aptos Display"/>
                <a:ea typeface="Aptos Display"/>
                <a:cs typeface="Aptos Display"/>
              </a:rPr>
              <a:t>KHÔNG CẦN NÓI NHIỀU HƠN.</a:t>
            </a:r>
            <a:endParaRPr lang="en-US" sz="2100" dirty="0">
              <a:solidFill>
                <a:srgbClr val="FFFFFF"/>
              </a:solidFill>
              <a:latin typeface="Aptos Display"/>
              <a:ea typeface="Aptos Display"/>
              <a:cs typeface="Aptos Display"/>
            </a:endParaRPr>
          </a:p>
          <a:p>
            <a:pPr marL="0" indent="0" algn="l">
              <a:lnSpc>
                <a:spcPct val="108000"/>
              </a:lnSpc>
              <a:spcAft>
                <a:spcPts val="4"/>
              </a:spcAft>
              <a:buNone/>
              <a:defRPr sz="2100" b="1">
                <a:solidFill>
                  <a:srgbClr val="FFFFFF"/>
                </a:solidFill>
                <a:latin typeface="Aptos Display"/>
                <a:ea typeface="Aptos Display"/>
                <a:cs typeface="Aptos Display"/>
              </a:defRPr>
            </a:pPr>
            <a:endParaRPr lang="vi-VN" sz="2100" dirty="0">
              <a:solidFill>
                <a:srgbClr val="FFFFFF"/>
              </a:solidFill>
              <a:latin typeface="Aptos Display"/>
              <a:ea typeface="Aptos Display"/>
              <a:cs typeface="Aptos Display"/>
            </a:endParaRPr>
          </a:p>
          <a:p>
            <a:pPr marL="0" indent="0" algn="l">
              <a:lnSpc>
                <a:spcPct val="108000"/>
              </a:lnSpc>
              <a:spcAft>
                <a:spcPts val="4"/>
              </a:spcAft>
              <a:buNone/>
              <a:defRPr sz="2100" b="1">
                <a:solidFill>
                  <a:srgbClr val="FFFFFF"/>
                </a:solidFill>
                <a:latin typeface="Aptos Display"/>
                <a:ea typeface="Aptos Display"/>
                <a:cs typeface="Aptos Display"/>
              </a:defRPr>
            </a:pPr>
            <a:r>
              <a:rPr lang="vi-VN" sz="2100" dirty="0">
                <a:solidFill>
                  <a:srgbClr val="FFFFFF"/>
                </a:solidFill>
                <a:latin typeface="Aptos Display"/>
                <a:ea typeface="Aptos Display"/>
                <a:cs typeface="Aptos Display"/>
              </a:rPr>
              <a:t>CẦN XÂY ĐÚNG THỨ KHIẾN NGƯỜI KHÁC MUỐN NGHE.</a:t>
            </a:r>
          </a:p>
        </p:txBody>
      </p:sp>
      <p:sp>
        <p:nvSpPr>
          <p:cNvPr id="6" name="module-body-1">
            <a:extLst>
              <a:ext uri="{FF2B5EF4-FFF2-40B4-BE49-F238E27FC236}">
                <a16:creationId xmlns:a16="http://schemas.microsoft.com/office/drawing/2014/main" id="{B0D0E03A-98F8-446E-9998-71771D73DD34}"/>
              </a:ext>
            </a:extLst>
          </p:cNvPr>
          <p:cNvSpPr>
            <a:spLocks noGrp="1"/>
          </p:cNvSpPr>
          <p:nvPr/>
        </p:nvSpPr>
        <p:spPr>
          <a:xfrm>
            <a:off x="5619750" y="1924050"/>
            <a:ext cx="5915025" cy="3009900"/>
          </a:xfrm>
          <a:prstGeom prst="rect">
            <a:avLst/>
          </a:prstGeom>
          <a:noFill/>
          <a:ln w="0">
            <a:noFill/>
            <a:prstDash val="solid"/>
          </a:ln>
        </p:spPr>
        <p:txBody>
          <a:bodyPr lIns="57150" tIns="38100" rIns="57150" bIns="38100" anchor="t">
            <a:normAutofit fontScale="92500"/>
          </a:bodyPr>
          <a:lstStyle/>
          <a:p>
            <a:pPr marL="24" indent="-12" algn="l">
              <a:lnSpc>
                <a:spcPct val="108000"/>
              </a:lnSpc>
              <a:spcAft>
                <a:spcPts val="7"/>
              </a:spcAft>
              <a:buNone/>
              <a:defRPr sz="1725" b="0">
                <a:solidFill>
                  <a:srgbClr val="061E4A"/>
                </a:solidFill>
                <a:latin typeface="Aptos"/>
                <a:ea typeface="Aptos"/>
                <a:cs typeface="Aptos"/>
              </a:defRPr>
            </a:pPr>
            <a:r>
              <a:rPr lang="vi-VN" sz="2000" b="1" dirty="0">
                <a:solidFill>
                  <a:srgbClr val="061E4A"/>
                </a:solidFill>
                <a:latin typeface="Aptos"/>
                <a:ea typeface="Aptos"/>
                <a:cs typeface="Aptos"/>
              </a:rPr>
              <a:t>TỪ TÌM NGƯỜI → XÂY NƠI NGƯỜI TÌM ĐẾN.</a:t>
            </a:r>
            <a:endParaRPr lang="en-US" sz="2000" b="1" dirty="0">
              <a:solidFill>
                <a:srgbClr val="061E4A"/>
              </a:solidFill>
              <a:latin typeface="Aptos"/>
              <a:ea typeface="Aptos"/>
              <a:cs typeface="Aptos"/>
            </a:endParaRPr>
          </a:p>
          <a:p>
            <a:pPr marL="24" indent="-12" algn="l">
              <a:lnSpc>
                <a:spcPct val="108000"/>
              </a:lnSpc>
              <a:spcAft>
                <a:spcPts val="7"/>
              </a:spcAft>
              <a:buNone/>
              <a:defRPr sz="1725" b="0">
                <a:solidFill>
                  <a:srgbClr val="061E4A"/>
                </a:solidFill>
                <a:latin typeface="Aptos"/>
                <a:ea typeface="Aptos"/>
                <a:cs typeface="Aptos"/>
              </a:defRPr>
            </a:pPr>
            <a:endParaRPr lang="vi-VN" sz="2000" b="1" dirty="0">
              <a:solidFill>
                <a:srgbClr val="061E4A"/>
              </a:solidFill>
              <a:latin typeface="Aptos"/>
              <a:ea typeface="Aptos"/>
              <a:cs typeface="Aptos"/>
            </a:endParaRPr>
          </a:p>
          <a:p>
            <a:pPr marL="24" indent="-12" algn="l">
              <a:lnSpc>
                <a:spcPct val="108000"/>
              </a:lnSpc>
              <a:spcAft>
                <a:spcPts val="7"/>
              </a:spcAft>
              <a:buNone/>
              <a:defRPr sz="1725" b="0">
                <a:solidFill>
                  <a:srgbClr val="061E4A"/>
                </a:solidFill>
                <a:latin typeface="Aptos"/>
                <a:ea typeface="Aptos"/>
                <a:cs typeface="Aptos"/>
              </a:defRPr>
            </a:pPr>
            <a:r>
              <a:rPr lang="vi-VN" sz="2000" b="1" dirty="0">
                <a:solidFill>
                  <a:srgbClr val="061E4A"/>
                </a:solidFill>
                <a:latin typeface="Aptos"/>
                <a:ea typeface="Aptos"/>
                <a:cs typeface="Aptos"/>
              </a:rPr>
              <a:t>TỪ NÓI VỀ CƠ HỘI → NÓI VỀ VẤN ĐỀ NGƯỜI TA ĐANG QUAN TÂM.</a:t>
            </a:r>
            <a:endParaRPr lang="en-US" sz="2000" b="1" dirty="0">
              <a:solidFill>
                <a:srgbClr val="061E4A"/>
              </a:solidFill>
              <a:latin typeface="Aptos"/>
              <a:ea typeface="Aptos"/>
              <a:cs typeface="Aptos"/>
            </a:endParaRPr>
          </a:p>
          <a:p>
            <a:pPr marL="24" indent="-12" algn="l">
              <a:lnSpc>
                <a:spcPct val="108000"/>
              </a:lnSpc>
              <a:spcAft>
                <a:spcPts val="7"/>
              </a:spcAft>
              <a:buNone/>
              <a:defRPr sz="1725" b="0">
                <a:solidFill>
                  <a:srgbClr val="061E4A"/>
                </a:solidFill>
                <a:latin typeface="Aptos"/>
                <a:ea typeface="Aptos"/>
                <a:cs typeface="Aptos"/>
              </a:defRPr>
            </a:pPr>
            <a:endParaRPr lang="vi-VN" sz="2000" b="1" dirty="0">
              <a:solidFill>
                <a:srgbClr val="061E4A"/>
              </a:solidFill>
              <a:latin typeface="Aptos"/>
              <a:ea typeface="Aptos"/>
              <a:cs typeface="Aptos"/>
            </a:endParaRPr>
          </a:p>
          <a:p>
            <a:pPr marL="24" indent="-12" algn="l">
              <a:lnSpc>
                <a:spcPct val="108000"/>
              </a:lnSpc>
              <a:spcAft>
                <a:spcPts val="7"/>
              </a:spcAft>
              <a:buNone/>
              <a:defRPr sz="1725" b="0">
                <a:solidFill>
                  <a:srgbClr val="061E4A"/>
                </a:solidFill>
                <a:latin typeface="Aptos"/>
                <a:ea typeface="Aptos"/>
                <a:cs typeface="Aptos"/>
              </a:defRPr>
            </a:pPr>
            <a:r>
              <a:rPr lang="vi-VN" sz="2000" b="1" dirty="0">
                <a:solidFill>
                  <a:srgbClr val="061E4A"/>
                </a:solidFill>
                <a:latin typeface="Aptos"/>
                <a:ea typeface="Aptos"/>
                <a:cs typeface="Aptos"/>
              </a:rPr>
              <a:t>TỪ THUYẾT PHỤC → GIÁO DỤC VÀ TẠO TRẢI NGHIỆM.</a:t>
            </a:r>
            <a:endParaRPr lang="en-US" sz="2000" b="1" dirty="0">
              <a:solidFill>
                <a:srgbClr val="061E4A"/>
              </a:solidFill>
              <a:latin typeface="Aptos"/>
              <a:ea typeface="Aptos"/>
              <a:cs typeface="Aptos"/>
            </a:endParaRPr>
          </a:p>
          <a:p>
            <a:pPr marL="24" indent="-12" algn="l">
              <a:lnSpc>
                <a:spcPct val="108000"/>
              </a:lnSpc>
              <a:spcAft>
                <a:spcPts val="7"/>
              </a:spcAft>
              <a:buNone/>
              <a:defRPr sz="1725" b="0">
                <a:solidFill>
                  <a:srgbClr val="061E4A"/>
                </a:solidFill>
                <a:latin typeface="Aptos"/>
                <a:ea typeface="Aptos"/>
                <a:cs typeface="Aptos"/>
              </a:defRPr>
            </a:pPr>
            <a:endParaRPr lang="vi-VN" sz="2000" b="1" dirty="0">
              <a:solidFill>
                <a:srgbClr val="061E4A"/>
              </a:solidFill>
              <a:latin typeface="Aptos"/>
              <a:ea typeface="Aptos"/>
              <a:cs typeface="Aptos"/>
            </a:endParaRPr>
          </a:p>
          <a:p>
            <a:pPr marL="24" indent="-12" algn="l">
              <a:lnSpc>
                <a:spcPct val="108000"/>
              </a:lnSpc>
              <a:spcAft>
                <a:spcPts val="7"/>
              </a:spcAft>
              <a:buNone/>
              <a:defRPr sz="1725" b="0">
                <a:solidFill>
                  <a:srgbClr val="061E4A"/>
                </a:solidFill>
                <a:latin typeface="Aptos"/>
                <a:ea typeface="Aptos"/>
                <a:cs typeface="Aptos"/>
              </a:defRPr>
            </a:pPr>
            <a:r>
              <a:rPr lang="vi-VN" sz="2000" b="1" dirty="0">
                <a:solidFill>
                  <a:srgbClr val="061E4A"/>
                </a:solidFill>
                <a:latin typeface="Aptos"/>
                <a:ea typeface="Aptos"/>
                <a:cs typeface="Aptos"/>
              </a:rPr>
              <a:t>TỪ LÀM TỪNG NGƯỜI → XÂY MỘT QUY TRÌNH CÓ THỂ LẶP LẠI.</a:t>
            </a:r>
          </a:p>
        </p:txBody>
      </p:sp>
      <p:sp>
        <p:nvSpPr>
          <p:cNvPr id="7" name="icon-badge-presentation">
            <a:extLst>
              <a:ext uri="{FF2B5EF4-FFF2-40B4-BE49-F238E27FC236}">
                <a16:creationId xmlns:a16="http://schemas.microsoft.com/office/drawing/2014/main" id="{72DDEDE0-4BBA-45EC-8B09-207FDA50BBF0}"/>
              </a:ext>
            </a:extLst>
          </p:cNvPr>
          <p:cNvSpPr>
            <a:spLocks noGrp="1"/>
          </p:cNvSpPr>
          <p:nvPr/>
        </p:nvSpPr>
        <p:spPr>
          <a:xfrm>
            <a:off x="10648950" y="523875"/>
            <a:ext cx="723900" cy="7239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8" name="Graphic 17"/>
          <p:cNvPicPr>
            <a:picLocks noChangeAspect="1"/>
          </p:cNvPicPr>
          <p:nvPr/>
        </p:nvPicPr>
        <p:blipFill>
          <a:blip>
            <a:extLst>
              <a:ext uri="{96DAC541-7B7A-43D3-8B79-37D633B846F1}">
                <asvg:svgBlip xmlns:asvg="http://schemas.microsoft.com/office/drawing/2016/SVG/main" r:embed="rId4"/>
              </a:ext>
            </a:extLst>
          </a:blip>
          <a:stretch/>
        </p:blipFill>
        <p:spPr>
          <a:xfrm>
            <a:off x="10815447" y="690372"/>
            <a:ext cx="390906" cy="390906"/>
          </a:xfrm>
          <a:prstGeom prst="rect">
            <a:avLst/>
          </a:prstGeom>
        </p:spPr>
      </p:pic>
      <p:sp>
        <p:nvSpPr>
          <p:cNvPr id="9" name="footer">
            <a:extLst>
              <a:ext uri="{FF2B5EF4-FFF2-40B4-BE49-F238E27FC236}">
                <a16:creationId xmlns:a16="http://schemas.microsoft.com/office/drawing/2014/main" id="{18C84FB5-4ABA-473F-A290-1E8CD56DA85F}"/>
              </a:ext>
            </a:extLst>
          </p:cNvPr>
          <p:cNvSpPr>
            <a:spLocks noGrp="1"/>
          </p:cNvSpPr>
          <p:nvPr/>
        </p:nvSpPr>
        <p:spPr>
          <a:xfrm>
            <a:off x="685800" y="6257925"/>
            <a:ext cx="8858250" cy="228600"/>
          </a:xfrm>
          <a:prstGeom prst="rect">
            <a:avLst/>
          </a:prstGeom>
          <a:noFill/>
          <a:ln w="0">
            <a:noFill/>
            <a:prstDash val="solid"/>
          </a:ln>
        </p:spPr>
        <p:txBody>
          <a:bodyPr lIns="57150" tIns="38100" rIns="57150" bIns="38100" anchor="ctr">
            <a:normAutofit fontScale="95683" lnSpcReduction="10000"/>
          </a:bodyPr>
          <a:lstStyle/>
          <a:p>
            <a:pPr marL="0" indent="0" algn="l">
              <a:lnSpc>
                <a:spcPct val="108000"/>
              </a:lnSpc>
              <a:spcAft>
                <a:spcPts val="4"/>
              </a:spcAft>
              <a:buNone/>
              <a:defRPr sz="1050" b="1">
                <a:solidFill>
                  <a:srgbClr val="C9D8F0"/>
                </a:solidFill>
                <a:latin typeface="Aptos"/>
                <a:ea typeface="Aptos"/>
                <a:cs typeface="Aptos"/>
              </a:defRPr>
            </a:pPr>
            <a:r>
              <a:rPr lang="en-US" sz="1050" dirty="0">
                <a:solidFill>
                  <a:srgbClr val="F4C76D"/>
                </a:solidFill>
                <a:latin typeface="Aptos"/>
                <a:ea typeface="Aptos"/>
                <a:cs typeface="Aptos"/>
              </a:rPr>
              <a:t>HÚT CỘNG ĐỒNG TỰ ĐỘNG</a:t>
            </a:r>
            <a:r>
              <a:rPr lang="en-US" sz="1050" dirty="0">
                <a:solidFill>
                  <a:srgbClr val="C9D8F0"/>
                </a:solidFill>
                <a:latin typeface="Aptos"/>
                <a:ea typeface="Aptos"/>
                <a:cs typeface="Aptos"/>
              </a:rPr>
              <a:t> • ĐÀO TẠO 3 BUỔI</a:t>
            </a:r>
          </a:p>
        </p:txBody>
      </p:sp>
      <p:sp>
        <p:nvSpPr>
          <p:cNvPr id="10" name="page-number">
            <a:extLst>
              <a:ext uri="{FF2B5EF4-FFF2-40B4-BE49-F238E27FC236}">
                <a16:creationId xmlns:a16="http://schemas.microsoft.com/office/drawing/2014/main" id="{15CFAC60-EDD0-4D25-860F-0EAADF1E7DEE}"/>
              </a:ext>
            </a:extLst>
          </p:cNvPr>
          <p:cNvSpPr>
            <a:spLocks noGrp="1"/>
          </p:cNvSpPr>
          <p:nvPr/>
        </p:nvSpPr>
        <p:spPr>
          <a:xfrm>
            <a:off x="10810875" y="6191250"/>
            <a:ext cx="723900" cy="304800"/>
          </a:xfrm>
          <a:prstGeom prst="rect">
            <a:avLst/>
          </a:prstGeom>
          <a:noFill/>
          <a:ln w="0">
            <a:noFill/>
            <a:prstDash val="solid"/>
          </a:ln>
        </p:spPr>
        <p:txBody>
          <a:bodyPr lIns="57150" tIns="38100" rIns="57150" bIns="38100" anchor="ctr">
            <a:normAutofit/>
          </a:bodyPr>
          <a:lstStyle/>
          <a:p>
            <a:pPr marL="0" indent="0" algn="r">
              <a:lnSpc>
                <a:spcPct val="108000"/>
              </a:lnSpc>
              <a:spcAft>
                <a:spcPts val="4"/>
              </a:spcAft>
              <a:buNone/>
              <a:defRPr sz="1200" b="1">
                <a:solidFill>
                  <a:srgbClr val="F4C76D"/>
                </a:solidFill>
                <a:latin typeface="Aptos"/>
                <a:ea typeface="Aptos"/>
                <a:cs typeface="Aptos"/>
              </a:defRPr>
            </a:pPr>
            <a:r>
              <a:rPr lang="en-US" sz="1200" dirty="0">
                <a:solidFill>
                  <a:srgbClr val="F4C76D"/>
                </a:solidFill>
                <a:latin typeface="Aptos"/>
                <a:ea typeface="Aptos"/>
                <a:cs typeface="Aptos"/>
              </a:rPr>
              <a:t>08</a:t>
            </a:r>
          </a:p>
        </p:txBody>
      </p:sp>
    </p:spTree>
    <p:extLst>
      <p:ext uri="{BB962C8B-B14F-4D97-AF65-F5344CB8AC3E}">
        <p14:creationId xmlns:p14="http://schemas.microsoft.com/office/powerpoint/2010/main" val="20663609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11" name="module-eyebrow">
            <a:extLst>
              <a:ext uri="{FF2B5EF4-FFF2-40B4-BE49-F238E27FC236}">
                <a16:creationId xmlns:a16="http://schemas.microsoft.com/office/drawing/2014/main" id="{D0FD87B3-362F-479D-B7ED-E1D1E0C6228C}"/>
              </a:ext>
            </a:extLst>
          </p:cNvPr>
          <p:cNvSpPr>
            <a:spLocks noGrp="1"/>
          </p:cNvSpPr>
          <p:nvPr/>
        </p:nvSpPr>
        <p:spPr>
          <a:xfrm>
            <a:off x="685800" y="323850"/>
            <a:ext cx="3429000" cy="285750"/>
          </a:xfrm>
          <a:prstGeom prst="rect">
            <a:avLst/>
          </a:prstGeom>
          <a:noFill/>
          <a:ln w="0">
            <a:noFill/>
            <a:prstDash val="solid"/>
          </a:ln>
        </p:spPr>
        <p:txBody>
          <a:bodyPr lIns="57150" tIns="38100" rIns="57150" bIns="38100" anchor="ctr">
            <a:normAutofit fontScale="99855"/>
          </a:bodyPr>
          <a:lstStyle/>
          <a:p>
            <a:pPr marL="0" indent="0" algn="l">
              <a:lnSpc>
                <a:spcPct val="108000"/>
              </a:lnSpc>
              <a:spcAft>
                <a:spcPts val="4"/>
              </a:spcAft>
              <a:buNone/>
              <a:defRPr sz="1275" b="1">
                <a:solidFill>
                  <a:srgbClr val="F4C76D"/>
                </a:solidFill>
                <a:latin typeface="Aptos"/>
                <a:ea typeface="Aptos"/>
                <a:cs typeface="Aptos"/>
              </a:defRPr>
            </a:pPr>
            <a:r>
              <a:rPr lang="en-US" sz="1275" b="1" dirty="0">
                <a:solidFill>
                  <a:srgbClr val="F4C76D"/>
                </a:solidFill>
                <a:latin typeface="Aptos"/>
                <a:ea typeface="Aptos"/>
                <a:cs typeface="Aptos"/>
              </a:rPr>
              <a:t>NỀN TẢNG</a:t>
            </a:r>
          </a:p>
        </p:txBody>
      </p:sp>
      <p:sp>
        <p:nvSpPr>
          <p:cNvPr id="2" name="module-title">
            <a:extLst>
              <a:ext uri="{FF2B5EF4-FFF2-40B4-BE49-F238E27FC236}">
                <a16:creationId xmlns:a16="http://schemas.microsoft.com/office/drawing/2014/main" id="{6B159194-66BE-495F-ABD8-22B2CB338E78}"/>
              </a:ext>
            </a:extLst>
          </p:cNvPr>
          <p:cNvSpPr>
            <a:spLocks noGrp="1"/>
          </p:cNvSpPr>
          <p:nvPr/>
        </p:nvSpPr>
        <p:spPr>
          <a:xfrm>
            <a:off x="685800" y="685800"/>
            <a:ext cx="9620250" cy="7810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fr-FR" sz="3900" b="1" dirty="0">
                <a:solidFill>
                  <a:srgbClr val="FFFFFF"/>
                </a:solidFill>
                <a:latin typeface="Aptos Display"/>
                <a:ea typeface="Aptos Display"/>
                <a:cs typeface="Aptos Display"/>
              </a:rPr>
              <a:t>“KÊNH” THỰC CHẤT LÀ GÌ?</a:t>
            </a:r>
          </a:p>
        </p:txBody>
      </p:sp>
      <p:sp>
        <p:nvSpPr>
          <p:cNvPr id="3" name="module-left-panel">
            <a:extLst>
              <a:ext uri="{FF2B5EF4-FFF2-40B4-BE49-F238E27FC236}">
                <a16:creationId xmlns:a16="http://schemas.microsoft.com/office/drawing/2014/main" id="{C986593E-2BB9-4566-A542-F6C91BF971F1}"/>
              </a:ext>
            </a:extLst>
          </p:cNvPr>
          <p:cNvSpPr>
            <a:spLocks noGrp="1"/>
          </p:cNvSpPr>
          <p:nvPr/>
        </p:nvSpPr>
        <p:spPr>
          <a:xfrm>
            <a:off x="666750" y="1714500"/>
            <a:ext cx="4333875" cy="3476625"/>
          </a:xfrm>
          <a:prstGeom prst="roundRect">
            <a:avLst>
              <a:gd name="adj" fmla="val 6575"/>
            </a:avLst>
          </a:prstGeom>
          <a:solidFill>
            <a:srgbClr val="062458">
              <a:alpha val="94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4" name="module-right-panel">
            <a:extLst>
              <a:ext uri="{FF2B5EF4-FFF2-40B4-BE49-F238E27FC236}">
                <a16:creationId xmlns:a16="http://schemas.microsoft.com/office/drawing/2014/main" id="{167A485F-50B1-4447-AE50-C4916EB330D8}"/>
              </a:ext>
            </a:extLst>
          </p:cNvPr>
          <p:cNvSpPr>
            <a:spLocks noGrp="1"/>
          </p:cNvSpPr>
          <p:nvPr/>
        </p:nvSpPr>
        <p:spPr>
          <a:xfrm>
            <a:off x="5417574" y="1714500"/>
            <a:ext cx="6459794" cy="3476625"/>
          </a:xfrm>
          <a:prstGeom prst="roundRect">
            <a:avLst>
              <a:gd name="adj" fmla="val 6575"/>
            </a:avLst>
          </a:prstGeom>
          <a:solidFill>
            <a:srgbClr val="F7F3E8">
              <a:alpha val="97000"/>
            </a:srgbClr>
          </a:solidFill>
          <a:ln w="12383">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5" name="module-callout">
            <a:extLst>
              <a:ext uri="{FF2B5EF4-FFF2-40B4-BE49-F238E27FC236}">
                <a16:creationId xmlns:a16="http://schemas.microsoft.com/office/drawing/2014/main" id="{BD66C545-F389-4C1C-8BEF-ABCB247522B5}"/>
              </a:ext>
            </a:extLst>
          </p:cNvPr>
          <p:cNvSpPr>
            <a:spLocks noGrp="1"/>
          </p:cNvSpPr>
          <p:nvPr/>
        </p:nvSpPr>
        <p:spPr>
          <a:xfrm>
            <a:off x="933450" y="1981200"/>
            <a:ext cx="3810000" cy="2857500"/>
          </a:xfrm>
          <a:prstGeom prst="rect">
            <a:avLst/>
          </a:prstGeom>
          <a:noFill/>
          <a:ln w="0">
            <a:noFill/>
            <a:prstDash val="solid"/>
          </a:ln>
        </p:spPr>
        <p:txBody>
          <a:bodyPr lIns="57150" tIns="38100" rIns="57150" bIns="38100" anchor="ctr">
            <a:normAutofit/>
          </a:bodyPr>
          <a:lstStyle/>
          <a:p>
            <a:pPr marL="0" indent="0" algn="l">
              <a:lnSpc>
                <a:spcPct val="108000"/>
              </a:lnSpc>
              <a:spcAft>
                <a:spcPts val="4"/>
              </a:spcAft>
              <a:buNone/>
              <a:defRPr sz="2100" b="1">
                <a:solidFill>
                  <a:srgbClr val="FFFFFF"/>
                </a:solidFill>
                <a:latin typeface="Aptos Display"/>
                <a:ea typeface="Aptos Display"/>
                <a:cs typeface="Aptos Display"/>
              </a:defRPr>
            </a:pPr>
            <a:r>
              <a:rPr lang="vi-VN" sz="2100" b="1" dirty="0">
                <a:solidFill>
                  <a:srgbClr val="FFFFFF"/>
                </a:solidFill>
                <a:latin typeface="Aptos Display"/>
                <a:ea typeface="Aptos Display"/>
                <a:cs typeface="Aptos Display"/>
              </a:rPr>
              <a:t>KÊNH KHÔNG PHẢI ĐỂ KHOE BẠN GIỎI.</a:t>
            </a:r>
            <a:endParaRPr lang="en-US" sz="2100" b="1" dirty="0">
              <a:solidFill>
                <a:srgbClr val="FFFFFF"/>
              </a:solidFill>
              <a:latin typeface="Aptos Display"/>
              <a:ea typeface="Aptos Display"/>
              <a:cs typeface="Aptos Display"/>
            </a:endParaRPr>
          </a:p>
          <a:p>
            <a:pPr marL="0" indent="0" algn="l">
              <a:lnSpc>
                <a:spcPct val="108000"/>
              </a:lnSpc>
              <a:spcAft>
                <a:spcPts val="4"/>
              </a:spcAft>
              <a:buNone/>
              <a:defRPr sz="2100" b="1">
                <a:solidFill>
                  <a:srgbClr val="FFFFFF"/>
                </a:solidFill>
                <a:latin typeface="Aptos Display"/>
                <a:ea typeface="Aptos Display"/>
                <a:cs typeface="Aptos Display"/>
              </a:defRPr>
            </a:pPr>
            <a:endParaRPr lang="vi-VN" sz="2100" b="1" dirty="0">
              <a:solidFill>
                <a:srgbClr val="FFFFFF"/>
              </a:solidFill>
              <a:latin typeface="Aptos Display"/>
              <a:ea typeface="Aptos Display"/>
              <a:cs typeface="Aptos Display"/>
            </a:endParaRPr>
          </a:p>
          <a:p>
            <a:pPr marL="0" indent="0" algn="l">
              <a:lnSpc>
                <a:spcPct val="108000"/>
              </a:lnSpc>
              <a:spcAft>
                <a:spcPts val="4"/>
              </a:spcAft>
              <a:buNone/>
              <a:defRPr sz="2100" b="1">
                <a:solidFill>
                  <a:srgbClr val="FFFFFF"/>
                </a:solidFill>
                <a:latin typeface="Aptos Display"/>
                <a:ea typeface="Aptos Display"/>
                <a:cs typeface="Aptos Display"/>
              </a:defRPr>
            </a:pPr>
            <a:r>
              <a:rPr lang="vi-VN" sz="2100" b="1" dirty="0">
                <a:solidFill>
                  <a:srgbClr val="FFFFFF"/>
                </a:solidFill>
                <a:latin typeface="Aptos Display"/>
                <a:ea typeface="Aptos Display"/>
                <a:cs typeface="Aptos Display"/>
              </a:rPr>
              <a:t>KÊNH LÀ ĐỂ NGƯỜI KHÁC NHẬN RA: “ĐÂY LÀ NƠI DÀNH CHO VẤN ĐỀ CỦA MÌNH.”</a:t>
            </a:r>
          </a:p>
        </p:txBody>
      </p:sp>
      <p:sp>
        <p:nvSpPr>
          <p:cNvPr id="6" name="module-body-1">
            <a:extLst>
              <a:ext uri="{FF2B5EF4-FFF2-40B4-BE49-F238E27FC236}">
                <a16:creationId xmlns:a16="http://schemas.microsoft.com/office/drawing/2014/main" id="{EB76C886-C0D0-4B5F-98CF-34C142D7B014}"/>
              </a:ext>
            </a:extLst>
          </p:cNvPr>
          <p:cNvSpPr>
            <a:spLocks noGrp="1"/>
          </p:cNvSpPr>
          <p:nvPr/>
        </p:nvSpPr>
        <p:spPr>
          <a:xfrm>
            <a:off x="5495925" y="1815895"/>
            <a:ext cx="6238875" cy="3009900"/>
          </a:xfrm>
          <a:prstGeom prst="rect">
            <a:avLst/>
          </a:prstGeom>
          <a:noFill/>
          <a:ln w="0">
            <a:noFill/>
            <a:prstDash val="solid"/>
          </a:ln>
        </p:spPr>
        <p:txBody>
          <a:bodyPr lIns="57150" tIns="38100" rIns="57150" bIns="38100" anchor="t">
            <a:noAutofit/>
          </a:bodyPr>
          <a:lstStyle/>
          <a:p>
            <a:pPr marL="342912" indent="-342900" algn="l">
              <a:lnSpc>
                <a:spcPct val="150000"/>
              </a:lnSpc>
              <a:spcAft>
                <a:spcPts val="7"/>
              </a:spcAft>
              <a:buFont typeface="Arial" panose="020B0604020202020204" pitchFamily="34" charset="0"/>
              <a:buChar char="•"/>
              <a:defRPr sz="1725" b="0">
                <a:solidFill>
                  <a:srgbClr val="061E4A"/>
                </a:solidFill>
                <a:latin typeface="Aptos"/>
                <a:ea typeface="Aptos"/>
                <a:cs typeface="Aptos"/>
              </a:defRPr>
            </a:pPr>
            <a:r>
              <a:rPr lang="vi-VN" sz="2000" b="1" dirty="0">
                <a:solidFill>
                  <a:srgbClr val="061E4A"/>
                </a:solidFill>
                <a:latin typeface="Aptos"/>
                <a:ea typeface="Aptos"/>
                <a:cs typeface="Aptos"/>
              </a:rPr>
              <a:t>MỘT NƠI ĐỂ NGƯỜI PHÙ HỢP LIÊN TỤC GẶP BẠN.</a:t>
            </a:r>
          </a:p>
          <a:p>
            <a:pPr marL="342912" indent="-342900" algn="l">
              <a:lnSpc>
                <a:spcPct val="150000"/>
              </a:lnSpc>
              <a:spcAft>
                <a:spcPts val="7"/>
              </a:spcAft>
              <a:buFont typeface="Arial" panose="020B0604020202020204" pitchFamily="34" charset="0"/>
              <a:buChar char="•"/>
              <a:defRPr sz="1725" b="0">
                <a:solidFill>
                  <a:srgbClr val="061E4A"/>
                </a:solidFill>
                <a:latin typeface="Aptos"/>
                <a:ea typeface="Aptos"/>
                <a:cs typeface="Aptos"/>
              </a:defRPr>
            </a:pPr>
            <a:r>
              <a:rPr lang="vi-VN" sz="2000" b="1" dirty="0">
                <a:solidFill>
                  <a:srgbClr val="061E4A"/>
                </a:solidFill>
                <a:latin typeface="Aptos"/>
                <a:ea typeface="Aptos"/>
                <a:cs typeface="Aptos"/>
              </a:rPr>
              <a:t>MỘT NƠI THỂ HIỆN RÕ BẠN HIỂU VẤN ĐỀ GÌ.</a:t>
            </a:r>
            <a:endParaRPr lang="en-US" sz="2000" b="1" dirty="0">
              <a:solidFill>
                <a:srgbClr val="061E4A"/>
              </a:solidFill>
              <a:latin typeface="Aptos"/>
              <a:ea typeface="Aptos"/>
              <a:cs typeface="Aptos"/>
            </a:endParaRPr>
          </a:p>
          <a:p>
            <a:pPr marL="342912" indent="-342900" algn="l">
              <a:lnSpc>
                <a:spcPct val="150000"/>
              </a:lnSpc>
              <a:spcAft>
                <a:spcPts val="7"/>
              </a:spcAft>
              <a:buFont typeface="Arial" panose="020B0604020202020204" pitchFamily="34" charset="0"/>
              <a:buChar char="•"/>
              <a:defRPr sz="1725" b="0">
                <a:solidFill>
                  <a:srgbClr val="061E4A"/>
                </a:solidFill>
                <a:latin typeface="Aptos"/>
                <a:ea typeface="Aptos"/>
                <a:cs typeface="Aptos"/>
              </a:defRPr>
            </a:pPr>
            <a:r>
              <a:rPr lang="vi-VN" sz="2000" b="1" dirty="0">
                <a:solidFill>
                  <a:srgbClr val="061E4A"/>
                </a:solidFill>
                <a:latin typeface="Aptos"/>
                <a:ea typeface="Aptos"/>
                <a:cs typeface="Aptos"/>
              </a:rPr>
              <a:t>MỘT NƠI LƯU LẠI NỘI DUNG ĐỂ NGƯỜI MỚI CÓ THỂ TỰ TÌM HIỂU.</a:t>
            </a:r>
            <a:endParaRPr lang="en-US" sz="2000" b="1" dirty="0">
              <a:solidFill>
                <a:srgbClr val="061E4A"/>
              </a:solidFill>
              <a:latin typeface="Aptos"/>
              <a:ea typeface="Aptos"/>
              <a:cs typeface="Aptos"/>
            </a:endParaRPr>
          </a:p>
          <a:p>
            <a:pPr marL="342912" indent="-342900" algn="l">
              <a:lnSpc>
                <a:spcPct val="150000"/>
              </a:lnSpc>
              <a:spcAft>
                <a:spcPts val="7"/>
              </a:spcAft>
              <a:buFont typeface="Arial" panose="020B0604020202020204" pitchFamily="34" charset="0"/>
              <a:buChar char="•"/>
              <a:defRPr sz="1725" b="0">
                <a:solidFill>
                  <a:srgbClr val="061E4A"/>
                </a:solidFill>
                <a:latin typeface="Aptos"/>
                <a:ea typeface="Aptos"/>
                <a:cs typeface="Aptos"/>
              </a:defRPr>
            </a:pPr>
            <a:r>
              <a:rPr lang="vi-VN" sz="2000" b="1" dirty="0">
                <a:solidFill>
                  <a:srgbClr val="061E4A"/>
                </a:solidFill>
                <a:latin typeface="Aptos"/>
                <a:ea typeface="Aptos"/>
                <a:cs typeface="Aptos"/>
              </a:rPr>
              <a:t>MỘT NƠI TẠO NIỀM TIN TRƯỚC KHI XUẤT HIỆN CUỘC TRÒ CHUYỆN.</a:t>
            </a:r>
          </a:p>
        </p:txBody>
      </p:sp>
      <p:sp>
        <p:nvSpPr>
          <p:cNvPr id="7" name="icon-badge-video">
            <a:extLst>
              <a:ext uri="{FF2B5EF4-FFF2-40B4-BE49-F238E27FC236}">
                <a16:creationId xmlns:a16="http://schemas.microsoft.com/office/drawing/2014/main" id="{7CE1F6A8-7E34-4A57-912C-F4897D54C7BE}"/>
              </a:ext>
            </a:extLst>
          </p:cNvPr>
          <p:cNvSpPr>
            <a:spLocks noGrp="1"/>
          </p:cNvSpPr>
          <p:nvPr/>
        </p:nvSpPr>
        <p:spPr>
          <a:xfrm>
            <a:off x="10648950" y="523875"/>
            <a:ext cx="723900" cy="7239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8" name="Graphic 17"/>
          <p:cNvPicPr>
            <a:picLocks noChangeAspect="1"/>
          </p:cNvPicPr>
          <p:nvPr/>
        </p:nvPicPr>
        <p:blipFill>
          <a:blip>
            <a:extLst>
              <a:ext uri="{96DAC541-7B7A-43D3-8B79-37D633B846F1}">
                <asvg:svgBlip xmlns:asvg="http://schemas.microsoft.com/office/drawing/2016/SVG/main" r:embed="rId4"/>
              </a:ext>
            </a:extLst>
          </a:blip>
          <a:stretch/>
        </p:blipFill>
        <p:spPr>
          <a:xfrm>
            <a:off x="10815447" y="690372"/>
            <a:ext cx="390906" cy="390906"/>
          </a:xfrm>
          <a:prstGeom prst="rect">
            <a:avLst/>
          </a:prstGeom>
        </p:spPr>
      </p:pic>
      <p:sp>
        <p:nvSpPr>
          <p:cNvPr id="9" name="footer">
            <a:extLst>
              <a:ext uri="{FF2B5EF4-FFF2-40B4-BE49-F238E27FC236}">
                <a16:creationId xmlns:a16="http://schemas.microsoft.com/office/drawing/2014/main" id="{ADADBB98-16D4-4BB6-8CA3-DDAC2D3ACCF0}"/>
              </a:ext>
            </a:extLst>
          </p:cNvPr>
          <p:cNvSpPr>
            <a:spLocks noGrp="1"/>
          </p:cNvSpPr>
          <p:nvPr/>
        </p:nvSpPr>
        <p:spPr>
          <a:xfrm>
            <a:off x="685800" y="6257925"/>
            <a:ext cx="8858250" cy="228600"/>
          </a:xfrm>
          <a:prstGeom prst="rect">
            <a:avLst/>
          </a:prstGeom>
          <a:noFill/>
          <a:ln w="0">
            <a:noFill/>
            <a:prstDash val="solid"/>
          </a:ln>
        </p:spPr>
        <p:txBody>
          <a:bodyPr lIns="57150" tIns="38100" rIns="57150" bIns="38100" anchor="ctr">
            <a:normAutofit fontScale="95683" lnSpcReduction="10000"/>
          </a:bodyPr>
          <a:lstStyle/>
          <a:p>
            <a:pPr marL="0" indent="0" algn="l">
              <a:lnSpc>
                <a:spcPct val="108000"/>
              </a:lnSpc>
              <a:spcAft>
                <a:spcPts val="4"/>
              </a:spcAft>
              <a:buNone/>
              <a:defRPr sz="1050" b="1">
                <a:solidFill>
                  <a:srgbClr val="C9D8F0"/>
                </a:solidFill>
                <a:latin typeface="Aptos"/>
                <a:ea typeface="Aptos"/>
                <a:cs typeface="Aptos"/>
              </a:defRPr>
            </a:pPr>
            <a:r>
              <a:rPr lang="en-US" sz="1050" b="1" dirty="0">
                <a:solidFill>
                  <a:srgbClr val="F4C76D"/>
                </a:solidFill>
                <a:latin typeface="Aptos"/>
                <a:ea typeface="Aptos"/>
                <a:cs typeface="Aptos"/>
              </a:rPr>
              <a:t>HÚT CỘNG ĐỒNG TỰ ĐỘNG</a:t>
            </a:r>
            <a:r>
              <a:rPr lang="en-US" sz="1050" b="1" dirty="0">
                <a:solidFill>
                  <a:srgbClr val="C9D8F0"/>
                </a:solidFill>
                <a:latin typeface="Aptos"/>
                <a:ea typeface="Aptos"/>
                <a:cs typeface="Aptos"/>
              </a:rPr>
              <a:t> • ĐÀO TẠO 3 BUỔI</a:t>
            </a:r>
          </a:p>
        </p:txBody>
      </p:sp>
      <p:sp>
        <p:nvSpPr>
          <p:cNvPr id="10" name="page-number">
            <a:extLst>
              <a:ext uri="{FF2B5EF4-FFF2-40B4-BE49-F238E27FC236}">
                <a16:creationId xmlns:a16="http://schemas.microsoft.com/office/drawing/2014/main" id="{E8DD4DA9-8FC0-464A-A5A6-3F8AE96116C2}"/>
              </a:ext>
            </a:extLst>
          </p:cNvPr>
          <p:cNvSpPr>
            <a:spLocks noGrp="1"/>
          </p:cNvSpPr>
          <p:nvPr/>
        </p:nvSpPr>
        <p:spPr>
          <a:xfrm>
            <a:off x="10810875" y="6191250"/>
            <a:ext cx="723900" cy="304800"/>
          </a:xfrm>
          <a:prstGeom prst="rect">
            <a:avLst/>
          </a:prstGeom>
          <a:noFill/>
          <a:ln w="0">
            <a:noFill/>
            <a:prstDash val="solid"/>
          </a:ln>
        </p:spPr>
        <p:txBody>
          <a:bodyPr lIns="57150" tIns="38100" rIns="57150" bIns="38100" anchor="ctr">
            <a:normAutofit/>
          </a:bodyPr>
          <a:lstStyle/>
          <a:p>
            <a:pPr marL="0" indent="0" algn="r">
              <a:lnSpc>
                <a:spcPct val="108000"/>
              </a:lnSpc>
              <a:spcAft>
                <a:spcPts val="4"/>
              </a:spcAft>
              <a:buNone/>
              <a:defRPr sz="1200" b="1">
                <a:solidFill>
                  <a:srgbClr val="F4C76D"/>
                </a:solidFill>
                <a:latin typeface="Aptos"/>
                <a:ea typeface="Aptos"/>
                <a:cs typeface="Aptos"/>
              </a:defRPr>
            </a:pPr>
            <a:r>
              <a:rPr lang="en-US" sz="1200" b="1" dirty="0">
                <a:solidFill>
                  <a:srgbClr val="F4C76D"/>
                </a:solidFill>
                <a:latin typeface="Aptos"/>
                <a:ea typeface="Aptos"/>
                <a:cs typeface="Aptos"/>
              </a:rPr>
              <a:t>09</a:t>
            </a:r>
          </a:p>
        </p:txBody>
      </p:sp>
    </p:spTree>
    <p:extLst>
      <p:ext uri="{BB962C8B-B14F-4D97-AF65-F5344CB8AC3E}">
        <p14:creationId xmlns:p14="http://schemas.microsoft.com/office/powerpoint/2010/main" val="471838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11" name="module-eyebrow">
            <a:extLst>
              <a:ext uri="{FF2B5EF4-FFF2-40B4-BE49-F238E27FC236}">
                <a16:creationId xmlns:a16="http://schemas.microsoft.com/office/drawing/2014/main" id="{112F0BFA-71D1-4C16-A254-614E2280585F}"/>
              </a:ext>
            </a:extLst>
          </p:cNvPr>
          <p:cNvSpPr>
            <a:spLocks noGrp="1"/>
          </p:cNvSpPr>
          <p:nvPr/>
        </p:nvSpPr>
        <p:spPr>
          <a:xfrm>
            <a:off x="685800" y="323850"/>
            <a:ext cx="3429000" cy="285750"/>
          </a:xfrm>
          <a:prstGeom prst="rect">
            <a:avLst/>
          </a:prstGeom>
          <a:noFill/>
          <a:ln w="0">
            <a:noFill/>
            <a:prstDash val="solid"/>
          </a:ln>
        </p:spPr>
        <p:txBody>
          <a:bodyPr lIns="57150" tIns="38100" rIns="57150" bIns="38100" anchor="ctr">
            <a:normAutofit fontScale="99855"/>
          </a:bodyPr>
          <a:lstStyle/>
          <a:p>
            <a:pPr marL="0" indent="0" algn="l">
              <a:lnSpc>
                <a:spcPct val="108000"/>
              </a:lnSpc>
              <a:spcAft>
                <a:spcPts val="4"/>
              </a:spcAft>
              <a:buNone/>
              <a:defRPr sz="1275" b="1">
                <a:solidFill>
                  <a:srgbClr val="F4C76D"/>
                </a:solidFill>
                <a:latin typeface="Aptos"/>
                <a:ea typeface="Aptos"/>
                <a:cs typeface="Aptos"/>
              </a:defRPr>
            </a:pPr>
            <a:r>
              <a:rPr lang="en-US" sz="1275" b="1" dirty="0">
                <a:solidFill>
                  <a:srgbClr val="F4C76D"/>
                </a:solidFill>
                <a:latin typeface="Aptos"/>
                <a:ea typeface="Aptos"/>
                <a:cs typeface="Aptos"/>
              </a:rPr>
              <a:t>ẨN DỤ</a:t>
            </a:r>
          </a:p>
        </p:txBody>
      </p:sp>
      <p:sp>
        <p:nvSpPr>
          <p:cNvPr id="2" name="module-title">
            <a:extLst>
              <a:ext uri="{FF2B5EF4-FFF2-40B4-BE49-F238E27FC236}">
                <a16:creationId xmlns:a16="http://schemas.microsoft.com/office/drawing/2014/main" id="{BCA15D55-B347-45EA-AB06-8D1BED98ECC5}"/>
              </a:ext>
            </a:extLst>
          </p:cNvPr>
          <p:cNvSpPr>
            <a:spLocks noGrp="1"/>
          </p:cNvSpPr>
          <p:nvPr/>
        </p:nvSpPr>
        <p:spPr>
          <a:xfrm>
            <a:off x="685800" y="685800"/>
            <a:ext cx="9620250" cy="7810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en-US" sz="3900" b="1" dirty="0">
                <a:solidFill>
                  <a:srgbClr val="FFFFFF"/>
                </a:solidFill>
                <a:latin typeface="Aptos Display"/>
                <a:ea typeface="Aptos Display"/>
                <a:cs typeface="Aptos Display"/>
              </a:rPr>
              <a:t>KÊNH CHUYÊN GIA = MỘT “KHU CHỢ”</a:t>
            </a:r>
          </a:p>
        </p:txBody>
      </p:sp>
      <p:sp>
        <p:nvSpPr>
          <p:cNvPr id="3" name="module-left-panel">
            <a:extLst>
              <a:ext uri="{FF2B5EF4-FFF2-40B4-BE49-F238E27FC236}">
                <a16:creationId xmlns:a16="http://schemas.microsoft.com/office/drawing/2014/main" id="{70DD7FBF-6970-49DD-8622-88A4CE1708D4}"/>
              </a:ext>
            </a:extLst>
          </p:cNvPr>
          <p:cNvSpPr>
            <a:spLocks noGrp="1"/>
          </p:cNvSpPr>
          <p:nvPr/>
        </p:nvSpPr>
        <p:spPr>
          <a:xfrm>
            <a:off x="666750" y="1714500"/>
            <a:ext cx="4333875" cy="3476625"/>
          </a:xfrm>
          <a:prstGeom prst="roundRect">
            <a:avLst>
              <a:gd name="adj" fmla="val 6575"/>
            </a:avLst>
          </a:prstGeom>
          <a:solidFill>
            <a:srgbClr val="062458">
              <a:alpha val="94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4" name="module-right-panel">
            <a:extLst>
              <a:ext uri="{FF2B5EF4-FFF2-40B4-BE49-F238E27FC236}">
                <a16:creationId xmlns:a16="http://schemas.microsoft.com/office/drawing/2014/main" id="{16DA85E6-382A-4B2E-A86A-ED35A60B93F8}"/>
              </a:ext>
            </a:extLst>
          </p:cNvPr>
          <p:cNvSpPr>
            <a:spLocks noGrp="1"/>
          </p:cNvSpPr>
          <p:nvPr/>
        </p:nvSpPr>
        <p:spPr>
          <a:xfrm>
            <a:off x="5286375" y="1714500"/>
            <a:ext cx="6238875" cy="3476625"/>
          </a:xfrm>
          <a:prstGeom prst="roundRect">
            <a:avLst>
              <a:gd name="adj" fmla="val 6575"/>
            </a:avLst>
          </a:prstGeom>
          <a:solidFill>
            <a:srgbClr val="F7F3E8">
              <a:alpha val="97000"/>
            </a:srgbClr>
          </a:solidFill>
          <a:ln w="12383">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5" name="module-callout">
            <a:extLst>
              <a:ext uri="{FF2B5EF4-FFF2-40B4-BE49-F238E27FC236}">
                <a16:creationId xmlns:a16="http://schemas.microsoft.com/office/drawing/2014/main" id="{66D87EAB-06D0-473A-A4A3-293F79E4AE0C}"/>
              </a:ext>
            </a:extLst>
          </p:cNvPr>
          <p:cNvSpPr>
            <a:spLocks noGrp="1"/>
          </p:cNvSpPr>
          <p:nvPr/>
        </p:nvSpPr>
        <p:spPr>
          <a:xfrm>
            <a:off x="933450" y="1981200"/>
            <a:ext cx="3810000" cy="2857500"/>
          </a:xfrm>
          <a:prstGeom prst="rect">
            <a:avLst/>
          </a:prstGeom>
          <a:noFill/>
          <a:ln w="0">
            <a:noFill/>
            <a:prstDash val="solid"/>
          </a:ln>
        </p:spPr>
        <p:txBody>
          <a:bodyPr lIns="57150" tIns="38100" rIns="57150" bIns="38100" anchor="ctr">
            <a:normAutofit/>
          </a:bodyPr>
          <a:lstStyle/>
          <a:p>
            <a:pPr marL="0" indent="0" algn="l">
              <a:lnSpc>
                <a:spcPct val="108000"/>
              </a:lnSpc>
              <a:spcAft>
                <a:spcPts val="4"/>
              </a:spcAft>
              <a:buNone/>
              <a:defRPr sz="2100" b="1">
                <a:solidFill>
                  <a:srgbClr val="FFFFFF"/>
                </a:solidFill>
                <a:latin typeface="Aptos Display"/>
                <a:ea typeface="Aptos Display"/>
                <a:cs typeface="Aptos Display"/>
              </a:defRPr>
            </a:pPr>
            <a:endParaRPr lang="vi-VN" sz="2100" b="1" dirty="0">
              <a:solidFill>
                <a:srgbClr val="FFFFFF"/>
              </a:solidFill>
              <a:latin typeface="Aptos Display"/>
              <a:ea typeface="Aptos Display"/>
              <a:cs typeface="Aptos Display"/>
            </a:endParaRPr>
          </a:p>
          <a:p>
            <a:pPr marL="0" indent="0" algn="l">
              <a:lnSpc>
                <a:spcPct val="108000"/>
              </a:lnSpc>
              <a:spcAft>
                <a:spcPts val="4"/>
              </a:spcAft>
              <a:buNone/>
              <a:defRPr sz="2100" b="1">
                <a:solidFill>
                  <a:srgbClr val="FFFFFF"/>
                </a:solidFill>
                <a:latin typeface="Aptos Display"/>
                <a:ea typeface="Aptos Display"/>
                <a:cs typeface="Aptos Display"/>
              </a:defRPr>
            </a:pPr>
            <a:r>
              <a:rPr lang="vi-VN" sz="2100" b="1" dirty="0">
                <a:solidFill>
                  <a:srgbClr val="FFFFFF"/>
                </a:solidFill>
                <a:latin typeface="Aptos Display"/>
                <a:ea typeface="Aptos Display"/>
                <a:cs typeface="Aptos Display"/>
              </a:rPr>
              <a:t>NẾU MỖI NGÀY CHỈ ĐỨNG NGOÀI ĐƯỜNG KÉO TỪNG NGƯỜI VÀO.</a:t>
            </a:r>
            <a:endParaRPr lang="en-US" sz="2100" b="1" dirty="0">
              <a:solidFill>
                <a:srgbClr val="FFFFFF"/>
              </a:solidFill>
              <a:latin typeface="Aptos Display"/>
              <a:ea typeface="Aptos Display"/>
              <a:cs typeface="Aptos Display"/>
            </a:endParaRPr>
          </a:p>
          <a:p>
            <a:pPr marL="0" indent="0" algn="l">
              <a:lnSpc>
                <a:spcPct val="108000"/>
              </a:lnSpc>
              <a:spcAft>
                <a:spcPts val="4"/>
              </a:spcAft>
              <a:buNone/>
              <a:defRPr sz="2100" b="1">
                <a:solidFill>
                  <a:srgbClr val="FFFFFF"/>
                </a:solidFill>
                <a:latin typeface="Aptos Display"/>
                <a:ea typeface="Aptos Display"/>
                <a:cs typeface="Aptos Display"/>
              </a:defRPr>
            </a:pPr>
            <a:endParaRPr lang="en-US" sz="2100" b="1" dirty="0">
              <a:solidFill>
                <a:srgbClr val="FFFFFF"/>
              </a:solidFill>
              <a:latin typeface="Aptos Display"/>
              <a:ea typeface="Aptos Display"/>
              <a:cs typeface="Aptos Display"/>
            </a:endParaRPr>
          </a:p>
          <a:p>
            <a:pPr>
              <a:lnSpc>
                <a:spcPct val="108000"/>
              </a:lnSpc>
              <a:spcAft>
                <a:spcPts val="4"/>
              </a:spcAft>
              <a:defRPr sz="2100" b="1">
                <a:solidFill>
                  <a:srgbClr val="FFFFFF"/>
                </a:solidFill>
                <a:latin typeface="Aptos Display"/>
                <a:ea typeface="Aptos Display"/>
                <a:cs typeface="Aptos Display"/>
              </a:defRPr>
            </a:pPr>
            <a:r>
              <a:rPr lang="en-US" sz="2100" b="1" dirty="0">
                <a:solidFill>
                  <a:srgbClr val="FFFFFF"/>
                </a:solidFill>
                <a:latin typeface="Aptos Display"/>
                <a:ea typeface="Aptos Display"/>
                <a:cs typeface="Aptos Display"/>
              </a:rPr>
              <a:t>-&gt; </a:t>
            </a:r>
            <a:r>
              <a:rPr lang="vi-VN" sz="2100" b="1" dirty="0">
                <a:solidFill>
                  <a:srgbClr val="FFFFFF"/>
                </a:solidFill>
                <a:latin typeface="Aptos Display"/>
                <a:ea typeface="Aptos Display"/>
                <a:cs typeface="Aptos Display"/>
              </a:rPr>
              <a:t>BẠN KHÔNG THỂ CÓ MỘT KHU CHỢ LỚN</a:t>
            </a:r>
            <a:endParaRPr lang="en-US" sz="2100" b="1" dirty="0">
              <a:solidFill>
                <a:srgbClr val="FFFFFF"/>
              </a:solidFill>
              <a:latin typeface="Aptos Display"/>
              <a:ea typeface="Aptos Display"/>
              <a:cs typeface="Aptos Display"/>
            </a:endParaRPr>
          </a:p>
          <a:p>
            <a:pPr marL="0" indent="0" algn="l">
              <a:lnSpc>
                <a:spcPct val="108000"/>
              </a:lnSpc>
              <a:spcAft>
                <a:spcPts val="4"/>
              </a:spcAft>
              <a:buNone/>
              <a:defRPr sz="2100" b="1">
                <a:solidFill>
                  <a:srgbClr val="FFFFFF"/>
                </a:solidFill>
                <a:latin typeface="Aptos Display"/>
                <a:ea typeface="Aptos Display"/>
                <a:cs typeface="Aptos Display"/>
              </a:defRPr>
            </a:pPr>
            <a:endParaRPr lang="vi-VN" sz="2100" b="1" dirty="0">
              <a:solidFill>
                <a:srgbClr val="FFFFFF"/>
              </a:solidFill>
              <a:latin typeface="Aptos Display"/>
              <a:ea typeface="Aptos Display"/>
              <a:cs typeface="Aptos Display"/>
            </a:endParaRPr>
          </a:p>
        </p:txBody>
      </p:sp>
      <p:sp>
        <p:nvSpPr>
          <p:cNvPr id="6" name="module-body-1">
            <a:extLst>
              <a:ext uri="{FF2B5EF4-FFF2-40B4-BE49-F238E27FC236}">
                <a16:creationId xmlns:a16="http://schemas.microsoft.com/office/drawing/2014/main" id="{651631A0-8916-482A-BD50-8F2169040C32}"/>
              </a:ext>
            </a:extLst>
          </p:cNvPr>
          <p:cNvSpPr>
            <a:spLocks noGrp="1"/>
          </p:cNvSpPr>
          <p:nvPr/>
        </p:nvSpPr>
        <p:spPr>
          <a:xfrm>
            <a:off x="5619750" y="1924050"/>
            <a:ext cx="5572125" cy="3009900"/>
          </a:xfrm>
          <a:prstGeom prst="rect">
            <a:avLst/>
          </a:prstGeom>
          <a:noFill/>
          <a:ln w="0">
            <a:noFill/>
            <a:prstDash val="solid"/>
          </a:ln>
        </p:spPr>
        <p:txBody>
          <a:bodyPr lIns="57150" tIns="38100" rIns="57150" bIns="38100" anchor="t">
            <a:normAutofit/>
          </a:bodyPr>
          <a:lstStyle/>
          <a:p>
            <a:pPr marL="342912" indent="-342900" algn="l">
              <a:lnSpc>
                <a:spcPct val="150000"/>
              </a:lnSpc>
              <a:spcAft>
                <a:spcPts val="7"/>
              </a:spcAft>
              <a:buFont typeface="Arial" panose="020B0604020202020204" pitchFamily="34" charset="0"/>
              <a:buChar char="•"/>
              <a:defRPr sz="2025" b="0">
                <a:solidFill>
                  <a:srgbClr val="061E4A"/>
                </a:solidFill>
                <a:latin typeface="Aptos"/>
                <a:ea typeface="Aptos"/>
                <a:cs typeface="Aptos"/>
              </a:defRPr>
            </a:pPr>
            <a:r>
              <a:rPr lang="vi-VN" sz="2025" b="1" dirty="0">
                <a:solidFill>
                  <a:srgbClr val="061E4A"/>
                </a:solidFill>
                <a:latin typeface="Aptos"/>
                <a:ea typeface="Aptos"/>
                <a:cs typeface="Aptos"/>
              </a:rPr>
              <a:t>MỘT BÀI VIẾT LÀ MỘT QUẦY HÀNG.</a:t>
            </a:r>
            <a:endParaRPr lang="en-US" sz="2025" b="1" dirty="0">
              <a:solidFill>
                <a:srgbClr val="061E4A"/>
              </a:solidFill>
              <a:latin typeface="Aptos"/>
              <a:ea typeface="Aptos"/>
              <a:cs typeface="Aptos"/>
            </a:endParaRPr>
          </a:p>
          <a:p>
            <a:pPr marL="342912" indent="-342900" algn="l">
              <a:lnSpc>
                <a:spcPct val="150000"/>
              </a:lnSpc>
              <a:spcAft>
                <a:spcPts val="7"/>
              </a:spcAft>
              <a:buFont typeface="Arial" panose="020B0604020202020204" pitchFamily="34" charset="0"/>
              <a:buChar char="•"/>
              <a:defRPr sz="2025" b="0">
                <a:solidFill>
                  <a:srgbClr val="061E4A"/>
                </a:solidFill>
                <a:latin typeface="Aptos"/>
                <a:ea typeface="Aptos"/>
                <a:cs typeface="Aptos"/>
              </a:defRPr>
            </a:pPr>
            <a:r>
              <a:rPr lang="vi-VN" sz="2025" b="1" dirty="0">
                <a:solidFill>
                  <a:srgbClr val="061E4A"/>
                </a:solidFill>
                <a:latin typeface="Aptos"/>
                <a:ea typeface="Aptos"/>
                <a:cs typeface="Aptos"/>
              </a:rPr>
              <a:t>MỘT VIDEO LÀ MỘT BIỂN CHỈ ĐƯỜNG.</a:t>
            </a:r>
            <a:endParaRPr lang="en-US" sz="2025" b="1" dirty="0">
              <a:solidFill>
                <a:srgbClr val="061E4A"/>
              </a:solidFill>
              <a:latin typeface="Aptos"/>
              <a:ea typeface="Aptos"/>
              <a:cs typeface="Aptos"/>
            </a:endParaRPr>
          </a:p>
          <a:p>
            <a:pPr marL="342912" indent="-342900" algn="l">
              <a:lnSpc>
                <a:spcPct val="150000"/>
              </a:lnSpc>
              <a:spcAft>
                <a:spcPts val="7"/>
              </a:spcAft>
              <a:buFont typeface="Arial" panose="020B0604020202020204" pitchFamily="34" charset="0"/>
              <a:buChar char="•"/>
              <a:defRPr sz="2025" b="0">
                <a:solidFill>
                  <a:srgbClr val="061E4A"/>
                </a:solidFill>
                <a:latin typeface="Aptos"/>
                <a:ea typeface="Aptos"/>
                <a:cs typeface="Aptos"/>
              </a:defRPr>
            </a:pPr>
            <a:r>
              <a:rPr lang="vi-VN" sz="2025" b="1" dirty="0">
                <a:solidFill>
                  <a:srgbClr val="061E4A"/>
                </a:solidFill>
                <a:latin typeface="Aptos"/>
                <a:ea typeface="Aptos"/>
                <a:cs typeface="Aptos"/>
              </a:rPr>
              <a:t>MỘT CÂU CHUYỆN LÀ MỘT LỜI GIỚI THIỆU.</a:t>
            </a:r>
            <a:endParaRPr lang="en-US" sz="2025" b="1" dirty="0">
              <a:solidFill>
                <a:srgbClr val="061E4A"/>
              </a:solidFill>
              <a:latin typeface="Aptos"/>
              <a:ea typeface="Aptos"/>
              <a:cs typeface="Aptos"/>
            </a:endParaRPr>
          </a:p>
          <a:p>
            <a:pPr marL="342912" indent="-342900" algn="l">
              <a:lnSpc>
                <a:spcPct val="150000"/>
              </a:lnSpc>
              <a:spcAft>
                <a:spcPts val="7"/>
              </a:spcAft>
              <a:buFont typeface="Arial" panose="020B0604020202020204" pitchFamily="34" charset="0"/>
              <a:buChar char="•"/>
              <a:defRPr sz="2025" b="0">
                <a:solidFill>
                  <a:srgbClr val="061E4A"/>
                </a:solidFill>
                <a:latin typeface="Aptos"/>
                <a:ea typeface="Aptos"/>
                <a:cs typeface="Aptos"/>
              </a:defRPr>
            </a:pPr>
            <a:r>
              <a:rPr lang="vi-VN" sz="2025" b="1" dirty="0">
                <a:solidFill>
                  <a:srgbClr val="061E4A"/>
                </a:solidFill>
                <a:latin typeface="Aptos"/>
                <a:ea typeface="Aptos"/>
                <a:cs typeface="Aptos"/>
              </a:rPr>
              <a:t>MỘT THƯ VIỆN NỘI DUNG TỐT GIÚP NGƯỜI MỚI TỰ ĐI QUA NHIỀU TẦNG HIỂU BIẾT.</a:t>
            </a:r>
          </a:p>
        </p:txBody>
      </p:sp>
      <p:sp>
        <p:nvSpPr>
          <p:cNvPr id="7" name="icon-badge-list-video">
            <a:extLst>
              <a:ext uri="{FF2B5EF4-FFF2-40B4-BE49-F238E27FC236}">
                <a16:creationId xmlns:a16="http://schemas.microsoft.com/office/drawing/2014/main" id="{4748FE3A-3C63-44F6-AAA1-24DC372E8691}"/>
              </a:ext>
            </a:extLst>
          </p:cNvPr>
          <p:cNvSpPr>
            <a:spLocks noGrp="1"/>
          </p:cNvSpPr>
          <p:nvPr/>
        </p:nvSpPr>
        <p:spPr>
          <a:xfrm>
            <a:off x="10648950" y="523875"/>
            <a:ext cx="723900" cy="7239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8" name="Graphic 17"/>
          <p:cNvPicPr>
            <a:picLocks noChangeAspect="1"/>
          </p:cNvPicPr>
          <p:nvPr/>
        </p:nvPicPr>
        <p:blipFill>
          <a:blip>
            <a:extLst>
              <a:ext uri="{96DAC541-7B7A-43D3-8B79-37D633B846F1}">
                <asvg:svgBlip xmlns:asvg="http://schemas.microsoft.com/office/drawing/2016/SVG/main" r:embed="rId4"/>
              </a:ext>
            </a:extLst>
          </a:blip>
          <a:stretch/>
        </p:blipFill>
        <p:spPr>
          <a:xfrm>
            <a:off x="10815447" y="690372"/>
            <a:ext cx="390906" cy="390906"/>
          </a:xfrm>
          <a:prstGeom prst="rect">
            <a:avLst/>
          </a:prstGeom>
        </p:spPr>
      </p:pic>
      <p:sp>
        <p:nvSpPr>
          <p:cNvPr id="9" name="footer">
            <a:extLst>
              <a:ext uri="{FF2B5EF4-FFF2-40B4-BE49-F238E27FC236}">
                <a16:creationId xmlns:a16="http://schemas.microsoft.com/office/drawing/2014/main" id="{9FFA5CEC-CD80-4944-AA00-AEF6D1589328}"/>
              </a:ext>
            </a:extLst>
          </p:cNvPr>
          <p:cNvSpPr>
            <a:spLocks noGrp="1"/>
          </p:cNvSpPr>
          <p:nvPr/>
        </p:nvSpPr>
        <p:spPr>
          <a:xfrm>
            <a:off x="685800" y="6257925"/>
            <a:ext cx="8858250" cy="228600"/>
          </a:xfrm>
          <a:prstGeom prst="rect">
            <a:avLst/>
          </a:prstGeom>
          <a:noFill/>
          <a:ln w="0">
            <a:noFill/>
            <a:prstDash val="solid"/>
          </a:ln>
        </p:spPr>
        <p:txBody>
          <a:bodyPr lIns="57150" tIns="38100" rIns="57150" bIns="38100" anchor="ctr">
            <a:normAutofit fontScale="95683" lnSpcReduction="10000"/>
          </a:bodyPr>
          <a:lstStyle/>
          <a:p>
            <a:pPr marL="0" indent="0" algn="l">
              <a:lnSpc>
                <a:spcPct val="108000"/>
              </a:lnSpc>
              <a:spcAft>
                <a:spcPts val="4"/>
              </a:spcAft>
              <a:buNone/>
              <a:defRPr sz="1050" b="1">
                <a:solidFill>
                  <a:srgbClr val="C9D8F0"/>
                </a:solidFill>
                <a:latin typeface="Aptos"/>
                <a:ea typeface="Aptos"/>
                <a:cs typeface="Aptos"/>
              </a:defRPr>
            </a:pPr>
            <a:r>
              <a:rPr lang="en-US" sz="1050" b="1" dirty="0">
                <a:solidFill>
                  <a:srgbClr val="F4C76D"/>
                </a:solidFill>
                <a:latin typeface="Aptos"/>
                <a:ea typeface="Aptos"/>
                <a:cs typeface="Aptos"/>
              </a:rPr>
              <a:t>HÚT CỘNG ĐỒNG TỰ ĐỘNG</a:t>
            </a:r>
            <a:r>
              <a:rPr lang="en-US" sz="1050" b="1" dirty="0">
                <a:solidFill>
                  <a:srgbClr val="C9D8F0"/>
                </a:solidFill>
                <a:latin typeface="Aptos"/>
                <a:ea typeface="Aptos"/>
                <a:cs typeface="Aptos"/>
              </a:rPr>
              <a:t> • ĐÀO TẠO 3 BUỔI</a:t>
            </a:r>
          </a:p>
        </p:txBody>
      </p:sp>
      <p:sp>
        <p:nvSpPr>
          <p:cNvPr id="10" name="page-number">
            <a:extLst>
              <a:ext uri="{FF2B5EF4-FFF2-40B4-BE49-F238E27FC236}">
                <a16:creationId xmlns:a16="http://schemas.microsoft.com/office/drawing/2014/main" id="{C55BA026-3470-42DD-8B81-252E746BA982}"/>
              </a:ext>
            </a:extLst>
          </p:cNvPr>
          <p:cNvSpPr>
            <a:spLocks noGrp="1"/>
          </p:cNvSpPr>
          <p:nvPr/>
        </p:nvSpPr>
        <p:spPr>
          <a:xfrm>
            <a:off x="10810875" y="6191250"/>
            <a:ext cx="723900" cy="304800"/>
          </a:xfrm>
          <a:prstGeom prst="rect">
            <a:avLst/>
          </a:prstGeom>
          <a:noFill/>
          <a:ln w="0">
            <a:noFill/>
            <a:prstDash val="solid"/>
          </a:ln>
        </p:spPr>
        <p:txBody>
          <a:bodyPr lIns="57150" tIns="38100" rIns="57150" bIns="38100" anchor="ctr">
            <a:normAutofit/>
          </a:bodyPr>
          <a:lstStyle/>
          <a:p>
            <a:pPr marL="0" indent="0" algn="r">
              <a:lnSpc>
                <a:spcPct val="108000"/>
              </a:lnSpc>
              <a:spcAft>
                <a:spcPts val="4"/>
              </a:spcAft>
              <a:buNone/>
              <a:defRPr sz="1200" b="1">
                <a:solidFill>
                  <a:srgbClr val="F4C76D"/>
                </a:solidFill>
                <a:latin typeface="Aptos"/>
                <a:ea typeface="Aptos"/>
                <a:cs typeface="Aptos"/>
              </a:defRPr>
            </a:pPr>
            <a:r>
              <a:rPr lang="en-US" sz="1200" b="1" dirty="0">
                <a:solidFill>
                  <a:srgbClr val="F4C76D"/>
                </a:solidFill>
                <a:latin typeface="Aptos"/>
                <a:ea typeface="Aptos"/>
                <a:cs typeface="Aptos"/>
              </a:rPr>
              <a:t>10</a:t>
            </a:r>
          </a:p>
        </p:txBody>
      </p:sp>
    </p:spTree>
    <p:extLst>
      <p:ext uri="{BB962C8B-B14F-4D97-AF65-F5344CB8AC3E}">
        <p14:creationId xmlns:p14="http://schemas.microsoft.com/office/powerpoint/2010/main" val="4753369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11" name="module-eyebrow">
            <a:extLst>
              <a:ext uri="{FF2B5EF4-FFF2-40B4-BE49-F238E27FC236}">
                <a16:creationId xmlns:a16="http://schemas.microsoft.com/office/drawing/2014/main" id="{61AC9290-E78D-4BC4-AD72-9AE1BD0A9A48}"/>
              </a:ext>
            </a:extLst>
          </p:cNvPr>
          <p:cNvSpPr>
            <a:spLocks noGrp="1"/>
          </p:cNvSpPr>
          <p:nvPr/>
        </p:nvSpPr>
        <p:spPr>
          <a:xfrm>
            <a:off x="685800" y="323850"/>
            <a:ext cx="3429000" cy="285750"/>
          </a:xfrm>
          <a:prstGeom prst="rect">
            <a:avLst/>
          </a:prstGeom>
          <a:noFill/>
          <a:ln w="0">
            <a:noFill/>
            <a:prstDash val="solid"/>
          </a:ln>
        </p:spPr>
        <p:txBody>
          <a:bodyPr lIns="57150" tIns="38100" rIns="57150" bIns="38100" anchor="ctr">
            <a:normAutofit fontScale="99855"/>
          </a:bodyPr>
          <a:lstStyle/>
          <a:p>
            <a:pPr marL="0" indent="0" algn="l">
              <a:lnSpc>
                <a:spcPct val="108000"/>
              </a:lnSpc>
              <a:spcAft>
                <a:spcPts val="4"/>
              </a:spcAft>
              <a:buNone/>
              <a:defRPr sz="1275" b="1">
                <a:solidFill>
                  <a:srgbClr val="F4C76D"/>
                </a:solidFill>
                <a:latin typeface="Aptos"/>
                <a:ea typeface="Aptos"/>
                <a:cs typeface="Aptos"/>
              </a:defRPr>
            </a:pPr>
            <a:r>
              <a:rPr lang="en-US" sz="1275" b="1" dirty="0">
                <a:solidFill>
                  <a:srgbClr val="F4C76D"/>
                </a:solidFill>
                <a:latin typeface="Aptos"/>
                <a:ea typeface="Aptos"/>
                <a:cs typeface="Aptos"/>
              </a:rPr>
              <a:t>NỘI DUNG</a:t>
            </a:r>
          </a:p>
        </p:txBody>
      </p:sp>
      <p:sp>
        <p:nvSpPr>
          <p:cNvPr id="2" name="module-title">
            <a:extLst>
              <a:ext uri="{FF2B5EF4-FFF2-40B4-BE49-F238E27FC236}">
                <a16:creationId xmlns:a16="http://schemas.microsoft.com/office/drawing/2014/main" id="{05297139-FD0B-4932-9F8B-FC463C8FD5F9}"/>
              </a:ext>
            </a:extLst>
          </p:cNvPr>
          <p:cNvSpPr>
            <a:spLocks noGrp="1"/>
          </p:cNvSpPr>
          <p:nvPr/>
        </p:nvSpPr>
        <p:spPr>
          <a:xfrm>
            <a:off x="685800" y="685800"/>
            <a:ext cx="9620250" cy="7810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en-US" sz="3900" b="1" dirty="0">
                <a:solidFill>
                  <a:srgbClr val="FFFFFF"/>
                </a:solidFill>
                <a:latin typeface="Aptos Display"/>
                <a:ea typeface="Aptos Display"/>
                <a:cs typeface="Aptos Display"/>
              </a:rPr>
              <a:t>3 TẦNG NỘI DUNG PHẢI CÓ</a:t>
            </a:r>
          </a:p>
        </p:txBody>
      </p:sp>
      <p:sp>
        <p:nvSpPr>
          <p:cNvPr id="3" name="module-left-panel">
            <a:extLst>
              <a:ext uri="{FF2B5EF4-FFF2-40B4-BE49-F238E27FC236}">
                <a16:creationId xmlns:a16="http://schemas.microsoft.com/office/drawing/2014/main" id="{507CDF6B-0FDA-4408-96C3-6D7D3FE73429}"/>
              </a:ext>
            </a:extLst>
          </p:cNvPr>
          <p:cNvSpPr>
            <a:spLocks noGrp="1"/>
          </p:cNvSpPr>
          <p:nvPr/>
        </p:nvSpPr>
        <p:spPr>
          <a:xfrm>
            <a:off x="666750" y="1714500"/>
            <a:ext cx="4333875" cy="3476625"/>
          </a:xfrm>
          <a:prstGeom prst="roundRect">
            <a:avLst>
              <a:gd name="adj" fmla="val 6575"/>
            </a:avLst>
          </a:prstGeom>
          <a:solidFill>
            <a:srgbClr val="062458">
              <a:alpha val="94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4" name="module-right-panel">
            <a:extLst>
              <a:ext uri="{FF2B5EF4-FFF2-40B4-BE49-F238E27FC236}">
                <a16:creationId xmlns:a16="http://schemas.microsoft.com/office/drawing/2014/main" id="{64F081A0-29A9-4909-958A-6436F872C625}"/>
              </a:ext>
            </a:extLst>
          </p:cNvPr>
          <p:cNvSpPr>
            <a:spLocks noGrp="1"/>
          </p:cNvSpPr>
          <p:nvPr/>
        </p:nvSpPr>
        <p:spPr>
          <a:xfrm>
            <a:off x="5286375" y="1714500"/>
            <a:ext cx="6238875" cy="3476625"/>
          </a:xfrm>
          <a:prstGeom prst="roundRect">
            <a:avLst>
              <a:gd name="adj" fmla="val 6575"/>
            </a:avLst>
          </a:prstGeom>
          <a:solidFill>
            <a:srgbClr val="F7F3E8">
              <a:alpha val="97000"/>
            </a:srgbClr>
          </a:solidFill>
          <a:ln w="12383">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5" name="module-callout">
            <a:extLst>
              <a:ext uri="{FF2B5EF4-FFF2-40B4-BE49-F238E27FC236}">
                <a16:creationId xmlns:a16="http://schemas.microsoft.com/office/drawing/2014/main" id="{13523854-957D-4483-BC69-3E1AF1CA6745}"/>
              </a:ext>
            </a:extLst>
          </p:cNvPr>
          <p:cNvSpPr>
            <a:spLocks noGrp="1"/>
          </p:cNvSpPr>
          <p:nvPr/>
        </p:nvSpPr>
        <p:spPr>
          <a:xfrm>
            <a:off x="933450" y="1981200"/>
            <a:ext cx="3810000" cy="2857500"/>
          </a:xfrm>
          <a:prstGeom prst="rect">
            <a:avLst/>
          </a:prstGeom>
          <a:noFill/>
          <a:ln w="0">
            <a:noFill/>
            <a:prstDash val="solid"/>
          </a:ln>
        </p:spPr>
        <p:txBody>
          <a:bodyPr lIns="57150" tIns="38100" rIns="57150" bIns="38100" anchor="ctr">
            <a:normAutofit/>
          </a:bodyPr>
          <a:lstStyle/>
          <a:p>
            <a:pPr marL="0" indent="0" algn="l">
              <a:lnSpc>
                <a:spcPct val="108000"/>
              </a:lnSpc>
              <a:spcAft>
                <a:spcPts val="4"/>
              </a:spcAft>
              <a:buNone/>
              <a:defRPr sz="2100" b="1">
                <a:solidFill>
                  <a:srgbClr val="FFFFFF"/>
                </a:solidFill>
                <a:latin typeface="Aptos Display"/>
                <a:ea typeface="Aptos Display"/>
                <a:cs typeface="Aptos Display"/>
              </a:defRPr>
            </a:pPr>
            <a:r>
              <a:rPr lang="vi-VN" sz="2100" b="1" dirty="0">
                <a:solidFill>
                  <a:srgbClr val="FFFFFF"/>
                </a:solidFill>
                <a:latin typeface="Aptos Display"/>
                <a:ea typeface="Aptos Display"/>
                <a:cs typeface="Aptos Display"/>
              </a:rPr>
              <a:t>NỘI DUNG TỐT KHÔNG ÉP NGƯỜI ĐỌC MUA.</a:t>
            </a:r>
            <a:endParaRPr lang="en-US" sz="2100" b="1" dirty="0">
              <a:solidFill>
                <a:srgbClr val="FFFFFF"/>
              </a:solidFill>
              <a:latin typeface="Aptos Display"/>
              <a:ea typeface="Aptos Display"/>
              <a:cs typeface="Aptos Display"/>
            </a:endParaRPr>
          </a:p>
          <a:p>
            <a:pPr marL="0" indent="0" algn="l">
              <a:lnSpc>
                <a:spcPct val="108000"/>
              </a:lnSpc>
              <a:spcAft>
                <a:spcPts val="4"/>
              </a:spcAft>
              <a:buNone/>
              <a:defRPr sz="2100" b="1">
                <a:solidFill>
                  <a:srgbClr val="FFFFFF"/>
                </a:solidFill>
                <a:latin typeface="Aptos Display"/>
                <a:ea typeface="Aptos Display"/>
                <a:cs typeface="Aptos Display"/>
              </a:defRPr>
            </a:pPr>
            <a:endParaRPr lang="vi-VN" sz="2100" b="1" dirty="0">
              <a:solidFill>
                <a:srgbClr val="FFFFFF"/>
              </a:solidFill>
              <a:latin typeface="Aptos Display"/>
              <a:ea typeface="Aptos Display"/>
              <a:cs typeface="Aptos Display"/>
            </a:endParaRPr>
          </a:p>
          <a:p>
            <a:pPr marL="0" indent="0" algn="l">
              <a:lnSpc>
                <a:spcPct val="108000"/>
              </a:lnSpc>
              <a:spcAft>
                <a:spcPts val="4"/>
              </a:spcAft>
              <a:buNone/>
              <a:defRPr sz="2100" b="1">
                <a:solidFill>
                  <a:srgbClr val="FFFFFF"/>
                </a:solidFill>
                <a:latin typeface="Aptos Display"/>
                <a:ea typeface="Aptos Display"/>
                <a:cs typeface="Aptos Display"/>
              </a:defRPr>
            </a:pPr>
            <a:r>
              <a:rPr lang="vi-VN" sz="2100" b="1" dirty="0">
                <a:solidFill>
                  <a:srgbClr val="FFFFFF"/>
                </a:solidFill>
                <a:latin typeface="Aptos Display"/>
                <a:ea typeface="Aptos Display"/>
                <a:cs typeface="Aptos Display"/>
              </a:rPr>
              <a:t>NÓ KHIẾN HỌ TỰ NÓI: “TÔI MUỐN HIỂU THÊM.”</a:t>
            </a:r>
          </a:p>
        </p:txBody>
      </p:sp>
      <p:sp>
        <p:nvSpPr>
          <p:cNvPr id="6" name="module-body-1">
            <a:extLst>
              <a:ext uri="{FF2B5EF4-FFF2-40B4-BE49-F238E27FC236}">
                <a16:creationId xmlns:a16="http://schemas.microsoft.com/office/drawing/2014/main" id="{BC5571A3-EDE5-4E06-B316-7ACE9690E323}"/>
              </a:ext>
            </a:extLst>
          </p:cNvPr>
          <p:cNvSpPr>
            <a:spLocks noGrp="1"/>
          </p:cNvSpPr>
          <p:nvPr/>
        </p:nvSpPr>
        <p:spPr>
          <a:xfrm>
            <a:off x="5619750" y="1924050"/>
            <a:ext cx="5572125" cy="3009900"/>
          </a:xfrm>
          <a:prstGeom prst="rect">
            <a:avLst/>
          </a:prstGeom>
          <a:noFill/>
          <a:ln w="0">
            <a:noFill/>
            <a:prstDash val="solid"/>
          </a:ln>
        </p:spPr>
        <p:txBody>
          <a:bodyPr lIns="57150" tIns="38100" rIns="57150" bIns="38100" anchor="t">
            <a:normAutofit/>
          </a:bodyPr>
          <a:lstStyle/>
          <a:p>
            <a:pPr marL="24" indent="-12" algn="l">
              <a:lnSpc>
                <a:spcPct val="108000"/>
              </a:lnSpc>
              <a:spcAft>
                <a:spcPts val="7"/>
              </a:spcAft>
              <a:buNone/>
              <a:defRPr sz="2025" b="0">
                <a:solidFill>
                  <a:srgbClr val="061E4A"/>
                </a:solidFill>
                <a:latin typeface="Aptos"/>
                <a:ea typeface="Aptos"/>
                <a:cs typeface="Aptos"/>
              </a:defRPr>
            </a:pPr>
            <a:r>
              <a:rPr lang="vi-VN" sz="2025" b="1" dirty="0">
                <a:solidFill>
                  <a:srgbClr val="061E4A"/>
                </a:solidFill>
                <a:latin typeface="Aptos"/>
                <a:ea typeface="Aptos"/>
                <a:cs typeface="Aptos"/>
              </a:rPr>
              <a:t>TẦNG 1 — CHẠM: NÓI ĐÚNG NỖI ĐAU, CÂU HỎI, MONG MUỐN.</a:t>
            </a:r>
            <a:endParaRPr lang="en-US" sz="2025" b="1" dirty="0">
              <a:solidFill>
                <a:srgbClr val="061E4A"/>
              </a:solidFill>
              <a:latin typeface="Aptos"/>
              <a:ea typeface="Aptos"/>
              <a:cs typeface="Aptos"/>
            </a:endParaRPr>
          </a:p>
          <a:p>
            <a:pPr marL="24" indent="-12" algn="l">
              <a:lnSpc>
                <a:spcPct val="108000"/>
              </a:lnSpc>
              <a:spcAft>
                <a:spcPts val="7"/>
              </a:spcAft>
              <a:buNone/>
              <a:defRPr sz="2025" b="0">
                <a:solidFill>
                  <a:srgbClr val="061E4A"/>
                </a:solidFill>
                <a:latin typeface="Aptos"/>
                <a:ea typeface="Aptos"/>
                <a:cs typeface="Aptos"/>
              </a:defRPr>
            </a:pPr>
            <a:endParaRPr lang="vi-VN" sz="2025" b="1" dirty="0">
              <a:solidFill>
                <a:srgbClr val="061E4A"/>
              </a:solidFill>
              <a:latin typeface="Aptos"/>
              <a:ea typeface="Aptos"/>
              <a:cs typeface="Aptos"/>
            </a:endParaRPr>
          </a:p>
          <a:p>
            <a:pPr marL="24" indent="-12" algn="l">
              <a:lnSpc>
                <a:spcPct val="108000"/>
              </a:lnSpc>
              <a:spcAft>
                <a:spcPts val="7"/>
              </a:spcAft>
              <a:buNone/>
              <a:defRPr sz="2025" b="0">
                <a:solidFill>
                  <a:srgbClr val="061E4A"/>
                </a:solidFill>
                <a:latin typeface="Aptos"/>
                <a:ea typeface="Aptos"/>
                <a:cs typeface="Aptos"/>
              </a:defRPr>
            </a:pPr>
            <a:r>
              <a:rPr lang="vi-VN" sz="2025" b="1" dirty="0">
                <a:solidFill>
                  <a:srgbClr val="061E4A"/>
                </a:solidFill>
                <a:latin typeface="Aptos"/>
                <a:ea typeface="Aptos"/>
                <a:cs typeface="Aptos"/>
              </a:rPr>
              <a:t>TẦNG 2 — SOI: GIÚP HỌ NHÌN NGUYÊN NHÂN THEO MỘT GÓC KHÁC.</a:t>
            </a:r>
            <a:endParaRPr lang="en-US" sz="2025" b="1" dirty="0">
              <a:solidFill>
                <a:srgbClr val="061E4A"/>
              </a:solidFill>
              <a:latin typeface="Aptos"/>
              <a:ea typeface="Aptos"/>
              <a:cs typeface="Aptos"/>
            </a:endParaRPr>
          </a:p>
          <a:p>
            <a:pPr marL="24" indent="-12" algn="l">
              <a:lnSpc>
                <a:spcPct val="108000"/>
              </a:lnSpc>
              <a:spcAft>
                <a:spcPts val="7"/>
              </a:spcAft>
              <a:buNone/>
              <a:defRPr sz="2025" b="0">
                <a:solidFill>
                  <a:srgbClr val="061E4A"/>
                </a:solidFill>
                <a:latin typeface="Aptos"/>
                <a:ea typeface="Aptos"/>
                <a:cs typeface="Aptos"/>
              </a:defRPr>
            </a:pPr>
            <a:endParaRPr lang="vi-VN" sz="2025" b="1" dirty="0">
              <a:solidFill>
                <a:srgbClr val="061E4A"/>
              </a:solidFill>
              <a:latin typeface="Aptos"/>
              <a:ea typeface="Aptos"/>
              <a:cs typeface="Aptos"/>
            </a:endParaRPr>
          </a:p>
          <a:p>
            <a:pPr marL="24" indent="-12" algn="l">
              <a:lnSpc>
                <a:spcPct val="108000"/>
              </a:lnSpc>
              <a:spcAft>
                <a:spcPts val="7"/>
              </a:spcAft>
              <a:buNone/>
              <a:defRPr sz="2025" b="0">
                <a:solidFill>
                  <a:srgbClr val="061E4A"/>
                </a:solidFill>
                <a:latin typeface="Aptos"/>
                <a:ea typeface="Aptos"/>
                <a:cs typeface="Aptos"/>
              </a:defRPr>
            </a:pPr>
            <a:r>
              <a:rPr lang="vi-VN" sz="2025" b="1" dirty="0">
                <a:solidFill>
                  <a:srgbClr val="061E4A"/>
                </a:solidFill>
                <a:latin typeface="Aptos"/>
                <a:ea typeface="Aptos"/>
                <a:cs typeface="Aptos"/>
              </a:rPr>
              <a:t>TẦNG 3 — MỞ: ĐƯA RA HƯỚNG GIẢI QUYẾT, CÔNG CỤ HOẶC BƯỚC TIẾP THEO.</a:t>
            </a:r>
          </a:p>
        </p:txBody>
      </p:sp>
      <p:sp>
        <p:nvSpPr>
          <p:cNvPr id="7" name="icon-badge-construction">
            <a:extLst>
              <a:ext uri="{FF2B5EF4-FFF2-40B4-BE49-F238E27FC236}">
                <a16:creationId xmlns:a16="http://schemas.microsoft.com/office/drawing/2014/main" id="{5C06D34E-0097-4B84-B072-2A340E9E5509}"/>
              </a:ext>
            </a:extLst>
          </p:cNvPr>
          <p:cNvSpPr>
            <a:spLocks noGrp="1"/>
          </p:cNvSpPr>
          <p:nvPr/>
        </p:nvSpPr>
        <p:spPr>
          <a:xfrm>
            <a:off x="10648950" y="523875"/>
            <a:ext cx="723900" cy="7239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8" name="Graphic 17"/>
          <p:cNvPicPr>
            <a:picLocks noChangeAspect="1"/>
          </p:cNvPicPr>
          <p:nvPr/>
        </p:nvPicPr>
        <p:blipFill>
          <a:blip>
            <a:extLst>
              <a:ext uri="{96DAC541-7B7A-43D3-8B79-37D633B846F1}">
                <asvg:svgBlip xmlns:asvg="http://schemas.microsoft.com/office/drawing/2016/SVG/main" r:embed="rId4"/>
              </a:ext>
            </a:extLst>
          </a:blip>
          <a:stretch/>
        </p:blipFill>
        <p:spPr>
          <a:xfrm>
            <a:off x="10815447" y="690372"/>
            <a:ext cx="390906" cy="390906"/>
          </a:xfrm>
          <a:prstGeom prst="rect">
            <a:avLst/>
          </a:prstGeom>
        </p:spPr>
      </p:pic>
      <p:sp>
        <p:nvSpPr>
          <p:cNvPr id="9" name="footer">
            <a:extLst>
              <a:ext uri="{FF2B5EF4-FFF2-40B4-BE49-F238E27FC236}">
                <a16:creationId xmlns:a16="http://schemas.microsoft.com/office/drawing/2014/main" id="{906EF840-808A-465F-8966-8CBEE66D8A31}"/>
              </a:ext>
            </a:extLst>
          </p:cNvPr>
          <p:cNvSpPr>
            <a:spLocks noGrp="1"/>
          </p:cNvSpPr>
          <p:nvPr/>
        </p:nvSpPr>
        <p:spPr>
          <a:xfrm>
            <a:off x="685800" y="6257925"/>
            <a:ext cx="8858250" cy="228600"/>
          </a:xfrm>
          <a:prstGeom prst="rect">
            <a:avLst/>
          </a:prstGeom>
          <a:noFill/>
          <a:ln w="0">
            <a:noFill/>
            <a:prstDash val="solid"/>
          </a:ln>
        </p:spPr>
        <p:txBody>
          <a:bodyPr lIns="57150" tIns="38100" rIns="57150" bIns="38100" anchor="ctr">
            <a:normAutofit fontScale="95683" lnSpcReduction="10000"/>
          </a:bodyPr>
          <a:lstStyle/>
          <a:p>
            <a:pPr marL="0" indent="0" algn="l">
              <a:lnSpc>
                <a:spcPct val="108000"/>
              </a:lnSpc>
              <a:spcAft>
                <a:spcPts val="4"/>
              </a:spcAft>
              <a:buNone/>
              <a:defRPr sz="1050" b="1">
                <a:solidFill>
                  <a:srgbClr val="C9D8F0"/>
                </a:solidFill>
                <a:latin typeface="Aptos"/>
                <a:ea typeface="Aptos"/>
                <a:cs typeface="Aptos"/>
              </a:defRPr>
            </a:pPr>
            <a:r>
              <a:rPr lang="en-US" sz="1050" b="1" dirty="0">
                <a:solidFill>
                  <a:srgbClr val="F4C76D"/>
                </a:solidFill>
                <a:latin typeface="Aptos"/>
                <a:ea typeface="Aptos"/>
                <a:cs typeface="Aptos"/>
              </a:rPr>
              <a:t>HÚT CỘNG ĐỒNG TỰ ĐỘNG</a:t>
            </a:r>
            <a:r>
              <a:rPr lang="en-US" sz="1050" b="1" dirty="0">
                <a:solidFill>
                  <a:srgbClr val="C9D8F0"/>
                </a:solidFill>
                <a:latin typeface="Aptos"/>
                <a:ea typeface="Aptos"/>
                <a:cs typeface="Aptos"/>
              </a:rPr>
              <a:t> • ĐÀO TẠO 3 BUỔI</a:t>
            </a:r>
          </a:p>
        </p:txBody>
      </p:sp>
      <p:sp>
        <p:nvSpPr>
          <p:cNvPr id="10" name="page-number">
            <a:extLst>
              <a:ext uri="{FF2B5EF4-FFF2-40B4-BE49-F238E27FC236}">
                <a16:creationId xmlns:a16="http://schemas.microsoft.com/office/drawing/2014/main" id="{AA648199-5BB7-4DED-BC10-E7DEEB8C93A6}"/>
              </a:ext>
            </a:extLst>
          </p:cNvPr>
          <p:cNvSpPr>
            <a:spLocks noGrp="1"/>
          </p:cNvSpPr>
          <p:nvPr/>
        </p:nvSpPr>
        <p:spPr>
          <a:xfrm>
            <a:off x="10810875" y="6191250"/>
            <a:ext cx="723900" cy="304800"/>
          </a:xfrm>
          <a:prstGeom prst="rect">
            <a:avLst/>
          </a:prstGeom>
          <a:noFill/>
          <a:ln w="0">
            <a:noFill/>
            <a:prstDash val="solid"/>
          </a:ln>
        </p:spPr>
        <p:txBody>
          <a:bodyPr lIns="57150" tIns="38100" rIns="57150" bIns="38100" anchor="ctr">
            <a:normAutofit/>
          </a:bodyPr>
          <a:lstStyle/>
          <a:p>
            <a:pPr marL="0" indent="0" algn="r">
              <a:lnSpc>
                <a:spcPct val="108000"/>
              </a:lnSpc>
              <a:spcAft>
                <a:spcPts val="4"/>
              </a:spcAft>
              <a:buNone/>
              <a:defRPr sz="1200" b="1">
                <a:solidFill>
                  <a:srgbClr val="F4C76D"/>
                </a:solidFill>
                <a:latin typeface="Aptos"/>
                <a:ea typeface="Aptos"/>
                <a:cs typeface="Aptos"/>
              </a:defRPr>
            </a:pPr>
            <a:r>
              <a:rPr lang="en-US" sz="1200" b="1" dirty="0">
                <a:solidFill>
                  <a:srgbClr val="F4C76D"/>
                </a:solidFill>
                <a:latin typeface="Aptos"/>
                <a:ea typeface="Aptos"/>
                <a:cs typeface="Aptos"/>
              </a:rPr>
              <a:t>11</a:t>
            </a:r>
          </a:p>
        </p:txBody>
      </p:sp>
    </p:spTree>
    <p:extLst>
      <p:ext uri="{BB962C8B-B14F-4D97-AF65-F5344CB8AC3E}">
        <p14:creationId xmlns:p14="http://schemas.microsoft.com/office/powerpoint/2010/main" val="16266777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11" name="module-eyebrow">
            <a:extLst>
              <a:ext uri="{FF2B5EF4-FFF2-40B4-BE49-F238E27FC236}">
                <a16:creationId xmlns:a16="http://schemas.microsoft.com/office/drawing/2014/main" id="{E87C3ABD-C5D3-48D2-AC9E-66BC2AE7AD87}"/>
              </a:ext>
            </a:extLst>
          </p:cNvPr>
          <p:cNvSpPr>
            <a:spLocks noGrp="1"/>
          </p:cNvSpPr>
          <p:nvPr/>
        </p:nvSpPr>
        <p:spPr>
          <a:xfrm>
            <a:off x="685800" y="323850"/>
            <a:ext cx="3429000" cy="285750"/>
          </a:xfrm>
          <a:prstGeom prst="rect">
            <a:avLst/>
          </a:prstGeom>
          <a:noFill/>
          <a:ln w="0">
            <a:noFill/>
            <a:prstDash val="solid"/>
          </a:ln>
        </p:spPr>
        <p:txBody>
          <a:bodyPr lIns="57150" tIns="38100" rIns="57150" bIns="38100" anchor="ctr">
            <a:normAutofit fontScale="99855"/>
          </a:bodyPr>
          <a:lstStyle/>
          <a:p>
            <a:pPr marL="0" indent="0" algn="l">
              <a:lnSpc>
                <a:spcPct val="108000"/>
              </a:lnSpc>
              <a:spcAft>
                <a:spcPts val="4"/>
              </a:spcAft>
              <a:buNone/>
              <a:defRPr sz="1275" b="1">
                <a:solidFill>
                  <a:srgbClr val="F4C76D"/>
                </a:solidFill>
                <a:latin typeface="Aptos"/>
                <a:ea typeface="Aptos"/>
                <a:cs typeface="Aptos"/>
              </a:defRPr>
            </a:pPr>
            <a:r>
              <a:rPr lang="en-US" sz="1275" b="1" dirty="0">
                <a:solidFill>
                  <a:srgbClr val="F4C76D"/>
                </a:solidFill>
                <a:latin typeface="Aptos"/>
                <a:ea typeface="Aptos"/>
                <a:cs typeface="Aptos"/>
              </a:rPr>
              <a:t>THỰC HÀNH</a:t>
            </a:r>
          </a:p>
        </p:txBody>
      </p:sp>
      <p:sp>
        <p:nvSpPr>
          <p:cNvPr id="2" name="module-title">
            <a:extLst>
              <a:ext uri="{FF2B5EF4-FFF2-40B4-BE49-F238E27FC236}">
                <a16:creationId xmlns:a16="http://schemas.microsoft.com/office/drawing/2014/main" id="{E4B0A073-25DE-429A-930F-EFF75F6E9503}"/>
              </a:ext>
            </a:extLst>
          </p:cNvPr>
          <p:cNvSpPr>
            <a:spLocks noGrp="1"/>
          </p:cNvSpPr>
          <p:nvPr/>
        </p:nvSpPr>
        <p:spPr>
          <a:xfrm>
            <a:off x="685800" y="685800"/>
            <a:ext cx="9620250" cy="781050"/>
          </a:xfrm>
          <a:prstGeom prst="rect">
            <a:avLst/>
          </a:prstGeom>
          <a:noFill/>
          <a:ln w="0">
            <a:noFill/>
            <a:prstDash val="solid"/>
          </a:ln>
        </p:spPr>
        <p:txBody>
          <a:bodyPr lIns="57150" tIns="38100" rIns="57150" bIns="38100" anchor="ctr">
            <a:normAutofit fontScale="87780"/>
          </a:bodyPr>
          <a:lstStyle/>
          <a:p>
            <a:pPr marL="0" indent="0" algn="l">
              <a:lnSpc>
                <a:spcPct val="100000"/>
              </a:lnSpc>
              <a:spcAft>
                <a:spcPts val="4"/>
              </a:spcAft>
              <a:buNone/>
              <a:defRPr sz="3600" b="1">
                <a:solidFill>
                  <a:srgbClr val="FFFFFF"/>
                </a:solidFill>
                <a:latin typeface="Aptos Display"/>
                <a:ea typeface="Aptos Display"/>
                <a:cs typeface="Aptos Display"/>
              </a:defRPr>
            </a:pPr>
            <a:r>
              <a:rPr lang="vi-VN" sz="3600" b="1" dirty="0">
                <a:solidFill>
                  <a:srgbClr val="FFFFFF"/>
                </a:solidFill>
                <a:latin typeface="Aptos Display"/>
                <a:ea typeface="Aptos Display"/>
                <a:cs typeface="Aptos Display"/>
              </a:rPr>
              <a:t>MỘT BÀI HÚT NGƯỜI KHÔNG CẦN NÓI GÌ VỀ CƠ HỘI</a:t>
            </a:r>
          </a:p>
        </p:txBody>
      </p:sp>
      <p:sp>
        <p:nvSpPr>
          <p:cNvPr id="3" name="module-left-panel">
            <a:extLst>
              <a:ext uri="{FF2B5EF4-FFF2-40B4-BE49-F238E27FC236}">
                <a16:creationId xmlns:a16="http://schemas.microsoft.com/office/drawing/2014/main" id="{34D12636-CC0B-473D-A098-F80D97546571}"/>
              </a:ext>
            </a:extLst>
          </p:cNvPr>
          <p:cNvSpPr>
            <a:spLocks noGrp="1"/>
          </p:cNvSpPr>
          <p:nvPr/>
        </p:nvSpPr>
        <p:spPr>
          <a:xfrm>
            <a:off x="666750" y="1714500"/>
            <a:ext cx="4333875" cy="3476625"/>
          </a:xfrm>
          <a:prstGeom prst="roundRect">
            <a:avLst>
              <a:gd name="adj" fmla="val 6575"/>
            </a:avLst>
          </a:prstGeom>
          <a:solidFill>
            <a:srgbClr val="062458">
              <a:alpha val="94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4" name="module-right-panel">
            <a:extLst>
              <a:ext uri="{FF2B5EF4-FFF2-40B4-BE49-F238E27FC236}">
                <a16:creationId xmlns:a16="http://schemas.microsoft.com/office/drawing/2014/main" id="{31F26D3A-FACD-458A-83D1-2E7E1AD450A0}"/>
              </a:ext>
            </a:extLst>
          </p:cNvPr>
          <p:cNvSpPr>
            <a:spLocks noGrp="1"/>
          </p:cNvSpPr>
          <p:nvPr/>
        </p:nvSpPr>
        <p:spPr>
          <a:xfrm>
            <a:off x="5286375" y="1714500"/>
            <a:ext cx="6238875" cy="3476625"/>
          </a:xfrm>
          <a:prstGeom prst="roundRect">
            <a:avLst>
              <a:gd name="adj" fmla="val 6575"/>
            </a:avLst>
          </a:prstGeom>
          <a:solidFill>
            <a:srgbClr val="F7F3E8">
              <a:alpha val="97000"/>
            </a:srgbClr>
          </a:solidFill>
          <a:ln w="12383">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5" name="module-callout">
            <a:extLst>
              <a:ext uri="{FF2B5EF4-FFF2-40B4-BE49-F238E27FC236}">
                <a16:creationId xmlns:a16="http://schemas.microsoft.com/office/drawing/2014/main" id="{2792A07A-048E-499C-BB08-660F0963A57A}"/>
              </a:ext>
            </a:extLst>
          </p:cNvPr>
          <p:cNvSpPr>
            <a:spLocks noGrp="1"/>
          </p:cNvSpPr>
          <p:nvPr/>
        </p:nvSpPr>
        <p:spPr>
          <a:xfrm>
            <a:off x="933450" y="1981200"/>
            <a:ext cx="3810000" cy="2857500"/>
          </a:xfrm>
          <a:prstGeom prst="rect">
            <a:avLst/>
          </a:prstGeom>
          <a:noFill/>
          <a:ln w="0">
            <a:noFill/>
            <a:prstDash val="solid"/>
          </a:ln>
        </p:spPr>
        <p:txBody>
          <a:bodyPr lIns="57150" tIns="38100" rIns="57150" bIns="38100" anchor="ctr">
            <a:normAutofit/>
          </a:bodyPr>
          <a:lstStyle/>
          <a:p>
            <a:pPr marL="0" indent="0" algn="l">
              <a:lnSpc>
                <a:spcPct val="150000"/>
              </a:lnSpc>
              <a:spcAft>
                <a:spcPts val="4"/>
              </a:spcAft>
              <a:buNone/>
              <a:defRPr sz="2100" b="1">
                <a:solidFill>
                  <a:srgbClr val="FFFFFF"/>
                </a:solidFill>
                <a:latin typeface="Aptos Display"/>
                <a:ea typeface="Aptos Display"/>
                <a:cs typeface="Aptos Display"/>
              </a:defRPr>
            </a:pPr>
            <a:r>
              <a:rPr lang="vi-VN" sz="2100" b="1" dirty="0">
                <a:solidFill>
                  <a:srgbClr val="FFFFFF"/>
                </a:solidFill>
                <a:latin typeface="Aptos Display"/>
                <a:ea typeface="Aptos Display"/>
                <a:cs typeface="Aptos Display"/>
              </a:rPr>
              <a:t>NGƯỜI TA DỪNG LẠI VÌ THẤY MÌNH TRONG ĐÓ — KHÔNG PHẢI VÌ BẠN NÓI MÌNH ĐANG TUYỂN NGƯỜI.</a:t>
            </a:r>
          </a:p>
        </p:txBody>
      </p:sp>
      <p:sp>
        <p:nvSpPr>
          <p:cNvPr id="6" name="module-body-1">
            <a:extLst>
              <a:ext uri="{FF2B5EF4-FFF2-40B4-BE49-F238E27FC236}">
                <a16:creationId xmlns:a16="http://schemas.microsoft.com/office/drawing/2014/main" id="{AD0C5D8C-F8CC-438B-BD2B-6A2015044E08}"/>
              </a:ext>
            </a:extLst>
          </p:cNvPr>
          <p:cNvSpPr>
            <a:spLocks noGrp="1"/>
          </p:cNvSpPr>
          <p:nvPr/>
        </p:nvSpPr>
        <p:spPr>
          <a:xfrm>
            <a:off x="5619750" y="1924050"/>
            <a:ext cx="5572125" cy="3009900"/>
          </a:xfrm>
          <a:prstGeom prst="rect">
            <a:avLst/>
          </a:prstGeom>
          <a:noFill/>
          <a:ln w="0">
            <a:noFill/>
            <a:prstDash val="solid"/>
          </a:ln>
        </p:spPr>
        <p:txBody>
          <a:bodyPr lIns="57150" tIns="38100" rIns="57150" bIns="38100" anchor="t">
            <a:noAutofit/>
          </a:bodyPr>
          <a:lstStyle/>
          <a:p>
            <a:pPr marL="24" indent="-12" algn="l">
              <a:lnSpc>
                <a:spcPct val="150000"/>
              </a:lnSpc>
              <a:spcAft>
                <a:spcPts val="7"/>
              </a:spcAft>
              <a:buNone/>
              <a:defRPr sz="1725" b="0">
                <a:solidFill>
                  <a:srgbClr val="061E4A"/>
                </a:solidFill>
                <a:latin typeface="Aptos"/>
                <a:ea typeface="Aptos"/>
                <a:cs typeface="Aptos"/>
              </a:defRPr>
            </a:pPr>
            <a:r>
              <a:rPr lang="vi-VN" sz="1700" b="1" dirty="0">
                <a:solidFill>
                  <a:srgbClr val="FFC000"/>
                </a:solidFill>
                <a:latin typeface="Aptos"/>
                <a:ea typeface="Aptos"/>
                <a:cs typeface="Aptos"/>
              </a:rPr>
              <a:t>TIÊU ĐỀ: </a:t>
            </a:r>
            <a:r>
              <a:rPr lang="vi-VN" sz="1700" b="1" dirty="0">
                <a:solidFill>
                  <a:srgbClr val="061E4A"/>
                </a:solidFill>
                <a:latin typeface="Aptos"/>
                <a:ea typeface="Aptos"/>
                <a:cs typeface="Aptos"/>
              </a:rPr>
              <a:t>“BẠN RẤT CHĂM. NHƯNG THÁNG NÀO CŨNG BẮT ĐẦU LẠI?”</a:t>
            </a:r>
          </a:p>
          <a:p>
            <a:pPr marL="24" indent="-12" algn="l">
              <a:lnSpc>
                <a:spcPct val="150000"/>
              </a:lnSpc>
              <a:spcAft>
                <a:spcPts val="7"/>
              </a:spcAft>
              <a:buNone/>
              <a:defRPr sz="1725" b="0">
                <a:solidFill>
                  <a:srgbClr val="061E4A"/>
                </a:solidFill>
                <a:latin typeface="Aptos"/>
                <a:ea typeface="Aptos"/>
                <a:cs typeface="Aptos"/>
              </a:defRPr>
            </a:pPr>
            <a:r>
              <a:rPr lang="vi-VN" sz="1700" b="1" dirty="0">
                <a:solidFill>
                  <a:srgbClr val="FFC000"/>
                </a:solidFill>
                <a:latin typeface="Aptos"/>
                <a:ea typeface="Aptos"/>
                <a:cs typeface="Aptos"/>
              </a:rPr>
              <a:t>NỖI ĐAU: </a:t>
            </a:r>
            <a:r>
              <a:rPr lang="vi-VN" sz="1700" b="1" dirty="0">
                <a:solidFill>
                  <a:srgbClr val="061E4A"/>
                </a:solidFill>
                <a:latin typeface="Aptos"/>
                <a:ea typeface="Aptos"/>
                <a:cs typeface="Aptos"/>
              </a:rPr>
              <a:t>LÀM NHIỀU NHƯNG KẾT QUẢ KHÔNG TÍCH LŨY.</a:t>
            </a:r>
          </a:p>
          <a:p>
            <a:pPr marL="24" indent="-12" algn="l">
              <a:lnSpc>
                <a:spcPct val="150000"/>
              </a:lnSpc>
              <a:spcAft>
                <a:spcPts val="7"/>
              </a:spcAft>
              <a:buNone/>
              <a:defRPr sz="1725" b="0">
                <a:solidFill>
                  <a:srgbClr val="061E4A"/>
                </a:solidFill>
                <a:latin typeface="Aptos"/>
                <a:ea typeface="Aptos"/>
                <a:cs typeface="Aptos"/>
              </a:defRPr>
            </a:pPr>
            <a:r>
              <a:rPr lang="vi-VN" sz="1700" b="1" dirty="0">
                <a:solidFill>
                  <a:srgbClr val="FFC000"/>
                </a:solidFill>
                <a:latin typeface="Aptos"/>
                <a:ea typeface="Aptos"/>
                <a:cs typeface="Aptos"/>
              </a:rPr>
              <a:t>GÓC NHÌN: </a:t>
            </a:r>
            <a:r>
              <a:rPr lang="vi-VN" sz="1700" b="1" dirty="0">
                <a:solidFill>
                  <a:srgbClr val="061E4A"/>
                </a:solidFill>
                <a:latin typeface="Aptos"/>
                <a:ea typeface="Aptos"/>
                <a:cs typeface="Aptos"/>
              </a:rPr>
              <a:t>CÓ THỂ ĐANG XÂY DOANH SỐ, CHƯA XÂY TÀI SẢN.</a:t>
            </a:r>
          </a:p>
          <a:p>
            <a:pPr marL="24" indent="-12" algn="l">
              <a:lnSpc>
                <a:spcPct val="150000"/>
              </a:lnSpc>
              <a:spcAft>
                <a:spcPts val="7"/>
              </a:spcAft>
              <a:buNone/>
              <a:defRPr sz="1725" b="0">
                <a:solidFill>
                  <a:srgbClr val="061E4A"/>
                </a:solidFill>
                <a:latin typeface="Aptos"/>
                <a:ea typeface="Aptos"/>
                <a:cs typeface="Aptos"/>
              </a:defRPr>
            </a:pPr>
            <a:r>
              <a:rPr lang="vi-VN" sz="1700" b="1" dirty="0">
                <a:solidFill>
                  <a:srgbClr val="FFC000"/>
                </a:solidFill>
                <a:latin typeface="Aptos"/>
                <a:ea typeface="Aptos"/>
                <a:cs typeface="Aptos"/>
              </a:rPr>
              <a:t>MỞ: </a:t>
            </a:r>
            <a:r>
              <a:rPr lang="vi-VN" sz="1700" b="1" dirty="0">
                <a:solidFill>
                  <a:srgbClr val="061E4A"/>
                </a:solidFill>
                <a:latin typeface="Aptos"/>
                <a:ea typeface="Aptos"/>
                <a:cs typeface="Aptos"/>
              </a:rPr>
              <a:t>BẮT ĐẦU XÂY KÊNH, NỘI DUNG VÀ QUY TRÌNH TẠO DÒNG NGƯỜI QUAN TÂM.</a:t>
            </a:r>
          </a:p>
        </p:txBody>
      </p:sp>
      <p:sp>
        <p:nvSpPr>
          <p:cNvPr id="7" name="icon-badge-megaphone">
            <a:extLst>
              <a:ext uri="{FF2B5EF4-FFF2-40B4-BE49-F238E27FC236}">
                <a16:creationId xmlns:a16="http://schemas.microsoft.com/office/drawing/2014/main" id="{C25CC83A-3B06-4D27-B146-25E25D847B20}"/>
              </a:ext>
            </a:extLst>
          </p:cNvPr>
          <p:cNvSpPr>
            <a:spLocks noGrp="1"/>
          </p:cNvSpPr>
          <p:nvPr/>
        </p:nvSpPr>
        <p:spPr>
          <a:xfrm>
            <a:off x="10648950" y="523875"/>
            <a:ext cx="723900" cy="7239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8" name="Graphic 17"/>
          <p:cNvPicPr>
            <a:picLocks noChangeAspect="1"/>
          </p:cNvPicPr>
          <p:nvPr/>
        </p:nvPicPr>
        <p:blipFill>
          <a:blip>
            <a:extLst>
              <a:ext uri="{96DAC541-7B7A-43D3-8B79-37D633B846F1}">
                <asvg:svgBlip xmlns:asvg="http://schemas.microsoft.com/office/drawing/2016/SVG/main" r:embed="rId4"/>
              </a:ext>
            </a:extLst>
          </a:blip>
          <a:stretch/>
        </p:blipFill>
        <p:spPr>
          <a:xfrm>
            <a:off x="10815447" y="690372"/>
            <a:ext cx="390906" cy="390906"/>
          </a:xfrm>
          <a:prstGeom prst="rect">
            <a:avLst/>
          </a:prstGeom>
        </p:spPr>
      </p:pic>
      <p:sp>
        <p:nvSpPr>
          <p:cNvPr id="9" name="footer">
            <a:extLst>
              <a:ext uri="{FF2B5EF4-FFF2-40B4-BE49-F238E27FC236}">
                <a16:creationId xmlns:a16="http://schemas.microsoft.com/office/drawing/2014/main" id="{71762351-A50A-49DD-BC92-1E40B607BFCF}"/>
              </a:ext>
            </a:extLst>
          </p:cNvPr>
          <p:cNvSpPr>
            <a:spLocks noGrp="1"/>
          </p:cNvSpPr>
          <p:nvPr/>
        </p:nvSpPr>
        <p:spPr>
          <a:xfrm>
            <a:off x="685800" y="6257925"/>
            <a:ext cx="8858250" cy="228600"/>
          </a:xfrm>
          <a:prstGeom prst="rect">
            <a:avLst/>
          </a:prstGeom>
          <a:noFill/>
          <a:ln w="0">
            <a:noFill/>
            <a:prstDash val="solid"/>
          </a:ln>
        </p:spPr>
        <p:txBody>
          <a:bodyPr lIns="57150" tIns="38100" rIns="57150" bIns="38100" anchor="ctr">
            <a:normAutofit fontScale="95683" lnSpcReduction="10000"/>
          </a:bodyPr>
          <a:lstStyle/>
          <a:p>
            <a:pPr marL="0" indent="0" algn="l">
              <a:lnSpc>
                <a:spcPct val="108000"/>
              </a:lnSpc>
              <a:spcAft>
                <a:spcPts val="4"/>
              </a:spcAft>
              <a:buNone/>
              <a:defRPr sz="1050" b="1">
                <a:solidFill>
                  <a:srgbClr val="C9D8F0"/>
                </a:solidFill>
                <a:latin typeface="Aptos"/>
                <a:ea typeface="Aptos"/>
                <a:cs typeface="Aptos"/>
              </a:defRPr>
            </a:pPr>
            <a:r>
              <a:rPr lang="en-US" sz="1050" b="1" dirty="0">
                <a:solidFill>
                  <a:srgbClr val="F4C76D"/>
                </a:solidFill>
                <a:latin typeface="Aptos"/>
                <a:ea typeface="Aptos"/>
                <a:cs typeface="Aptos"/>
              </a:rPr>
              <a:t>HÚT CỘNG ĐỒNG TỰ ĐỘNG</a:t>
            </a:r>
            <a:r>
              <a:rPr lang="en-US" sz="1050" b="1" dirty="0">
                <a:solidFill>
                  <a:srgbClr val="C9D8F0"/>
                </a:solidFill>
                <a:latin typeface="Aptos"/>
                <a:ea typeface="Aptos"/>
                <a:cs typeface="Aptos"/>
              </a:rPr>
              <a:t> • ĐÀO TẠO 3 BUỔI</a:t>
            </a:r>
          </a:p>
        </p:txBody>
      </p:sp>
      <p:sp>
        <p:nvSpPr>
          <p:cNvPr id="10" name="page-number">
            <a:extLst>
              <a:ext uri="{FF2B5EF4-FFF2-40B4-BE49-F238E27FC236}">
                <a16:creationId xmlns:a16="http://schemas.microsoft.com/office/drawing/2014/main" id="{86D048DE-0F65-4755-BE56-85FF4BA8ACF7}"/>
              </a:ext>
            </a:extLst>
          </p:cNvPr>
          <p:cNvSpPr>
            <a:spLocks noGrp="1"/>
          </p:cNvSpPr>
          <p:nvPr/>
        </p:nvSpPr>
        <p:spPr>
          <a:xfrm>
            <a:off x="10810875" y="6191250"/>
            <a:ext cx="723900" cy="304800"/>
          </a:xfrm>
          <a:prstGeom prst="rect">
            <a:avLst/>
          </a:prstGeom>
          <a:noFill/>
          <a:ln w="0">
            <a:noFill/>
            <a:prstDash val="solid"/>
          </a:ln>
        </p:spPr>
        <p:txBody>
          <a:bodyPr lIns="57150" tIns="38100" rIns="57150" bIns="38100" anchor="ctr">
            <a:normAutofit/>
          </a:bodyPr>
          <a:lstStyle/>
          <a:p>
            <a:pPr marL="0" indent="0" algn="r">
              <a:lnSpc>
                <a:spcPct val="108000"/>
              </a:lnSpc>
              <a:spcAft>
                <a:spcPts val="4"/>
              </a:spcAft>
              <a:buNone/>
              <a:defRPr sz="1200" b="1">
                <a:solidFill>
                  <a:srgbClr val="F4C76D"/>
                </a:solidFill>
                <a:latin typeface="Aptos"/>
                <a:ea typeface="Aptos"/>
                <a:cs typeface="Aptos"/>
              </a:defRPr>
            </a:pPr>
            <a:r>
              <a:rPr lang="en-US" sz="1200" b="1" dirty="0">
                <a:solidFill>
                  <a:srgbClr val="F4C76D"/>
                </a:solidFill>
                <a:latin typeface="Aptos"/>
                <a:ea typeface="Aptos"/>
                <a:cs typeface="Aptos"/>
              </a:rPr>
              <a:t>12</a:t>
            </a:r>
          </a:p>
        </p:txBody>
      </p:sp>
    </p:spTree>
    <p:extLst>
      <p:ext uri="{BB962C8B-B14F-4D97-AF65-F5344CB8AC3E}">
        <p14:creationId xmlns:p14="http://schemas.microsoft.com/office/powerpoint/2010/main" val="106776486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7947F618-9D77-4E2D-B269-41FBA4A1AE51}"/>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1EAEDBF5-BC8B-4C5C-BC35-C4DC40BB7816}"/>
              </a:ext>
            </a:extLst>
          </p:cNvPr>
          <p:cNvSpPr>
            <a:spLocks noGrp="1"/>
          </p:cNvSpPr>
          <p:nvPr/>
        </p:nvSpPr>
        <p:spPr>
          <a:xfrm>
            <a:off x="685800" y="1619250"/>
            <a:ext cx="8058150" cy="2411975"/>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DEF1A734-9ED2-4459-9E54-FF8F4D765E8A}"/>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en-US" sz="3900" b="1" dirty="0">
                <a:solidFill>
                  <a:srgbClr val="FFFFFF"/>
                </a:solidFill>
                <a:latin typeface="Aptos Display"/>
                <a:ea typeface="Aptos Display"/>
                <a:cs typeface="Aptos Display"/>
              </a:rPr>
              <a:t>BÍ MẬT</a:t>
            </a:r>
          </a:p>
        </p:txBody>
      </p:sp>
      <p:sp>
        <p:nvSpPr>
          <p:cNvPr id="4" name="body-copy">
            <a:extLst>
              <a:ext uri="{FF2B5EF4-FFF2-40B4-BE49-F238E27FC236}">
                <a16:creationId xmlns:a16="http://schemas.microsoft.com/office/drawing/2014/main" id="{09396CB0-1334-48E0-9F9E-C6361FBD24B7}"/>
              </a:ext>
            </a:extLst>
          </p:cNvPr>
          <p:cNvSpPr>
            <a:spLocks noGrp="1"/>
          </p:cNvSpPr>
          <p:nvPr/>
        </p:nvSpPr>
        <p:spPr>
          <a:xfrm>
            <a:off x="1028700" y="1943100"/>
            <a:ext cx="7372350" cy="3219450"/>
          </a:xfrm>
          <a:prstGeom prst="rect">
            <a:avLst/>
          </a:prstGeom>
          <a:noFill/>
          <a:ln w="0">
            <a:noFill/>
            <a:prstDash val="solid"/>
          </a:ln>
        </p:spPr>
        <p:txBody>
          <a:bodyPr lIns="57150" tIns="38100" rIns="57150" bIns="38100" anchor="t">
            <a:normAutofit/>
          </a:bodyPr>
          <a:lstStyle/>
          <a:p>
            <a:pPr marL="342900" indent="-342900" algn="l">
              <a:lnSpc>
                <a:spcPct val="150000"/>
              </a:lnSpc>
              <a:spcAft>
                <a:spcPts val="4"/>
              </a:spcAft>
              <a:buFont typeface="Arial" panose="020B0604020202020204" pitchFamily="34" charset="0"/>
              <a:buChar char="•"/>
              <a:defRPr sz="2250" b="0">
                <a:solidFill>
                  <a:srgbClr val="061E4A"/>
                </a:solidFill>
                <a:latin typeface="Aptos"/>
                <a:ea typeface="Aptos"/>
                <a:cs typeface="Aptos"/>
              </a:defRPr>
            </a:pPr>
            <a:r>
              <a:rPr lang="vi-VN" sz="2250" b="1" dirty="0">
                <a:solidFill>
                  <a:srgbClr val="061E4A"/>
                </a:solidFill>
                <a:latin typeface="Aptos"/>
                <a:ea typeface="Aptos"/>
                <a:cs typeface="Aptos"/>
              </a:rPr>
              <a:t>LÀM ĐÚNG QUY TRÌNH</a:t>
            </a:r>
            <a:r>
              <a:rPr lang="en-US" sz="2250" b="1" dirty="0">
                <a:solidFill>
                  <a:srgbClr val="061E4A"/>
                </a:solidFill>
                <a:latin typeface="Aptos"/>
                <a:ea typeface="Aptos"/>
                <a:cs typeface="Aptos"/>
              </a:rPr>
              <a:t> - </a:t>
            </a:r>
            <a:r>
              <a:rPr lang="vi-VN" sz="2250" b="1" dirty="0">
                <a:solidFill>
                  <a:srgbClr val="061E4A"/>
                </a:solidFill>
                <a:latin typeface="Aptos"/>
                <a:ea typeface="Aptos"/>
                <a:cs typeface="Aptos"/>
              </a:rPr>
              <a:t>KHÔNG SÁNG TẠO</a:t>
            </a:r>
          </a:p>
          <a:p>
            <a:pPr marL="342900" indent="-342900" algn="l">
              <a:lnSpc>
                <a:spcPct val="150000"/>
              </a:lnSpc>
              <a:spcAft>
                <a:spcPts val="4"/>
              </a:spcAft>
              <a:buFont typeface="Arial" panose="020B0604020202020204" pitchFamily="34" charset="0"/>
              <a:buChar char="•"/>
              <a:defRPr sz="2250" b="0">
                <a:solidFill>
                  <a:srgbClr val="061E4A"/>
                </a:solidFill>
                <a:latin typeface="Aptos"/>
                <a:ea typeface="Aptos"/>
                <a:cs typeface="Aptos"/>
              </a:defRPr>
            </a:pPr>
            <a:r>
              <a:rPr lang="vi-VN" sz="2250" b="1" dirty="0">
                <a:solidFill>
                  <a:srgbClr val="061E4A"/>
                </a:solidFill>
                <a:latin typeface="Aptos"/>
                <a:ea typeface="Aptos"/>
                <a:cs typeface="Aptos"/>
              </a:rPr>
              <a:t>CÓ </a:t>
            </a:r>
            <a:r>
              <a:rPr lang="vi-VN" sz="2250" b="1" dirty="0">
                <a:solidFill>
                  <a:srgbClr val="A87518"/>
                </a:solidFill>
                <a:latin typeface="Aptos"/>
                <a:ea typeface="Aptos"/>
                <a:cs typeface="Aptos"/>
              </a:rPr>
              <a:t>AI</a:t>
            </a:r>
            <a:r>
              <a:rPr lang="vi-VN" sz="2250" b="1" dirty="0">
                <a:solidFill>
                  <a:srgbClr val="061E4A"/>
                </a:solidFill>
                <a:latin typeface="Aptos"/>
                <a:ea typeface="Aptos"/>
                <a:cs typeface="Aptos"/>
              </a:rPr>
              <a:t> HỖ TRỢ, CHỈ CẦN COPY, DÁN</a:t>
            </a:r>
          </a:p>
          <a:p>
            <a:pPr marL="342900" indent="-342900" algn="l">
              <a:lnSpc>
                <a:spcPct val="150000"/>
              </a:lnSpc>
              <a:spcAft>
                <a:spcPts val="4"/>
              </a:spcAft>
              <a:buFont typeface="Arial" panose="020B0604020202020204" pitchFamily="34" charset="0"/>
              <a:buChar char="•"/>
              <a:defRPr sz="2250" b="0">
                <a:solidFill>
                  <a:srgbClr val="061E4A"/>
                </a:solidFill>
                <a:latin typeface="Aptos"/>
                <a:ea typeface="Aptos"/>
                <a:cs typeface="Aptos"/>
              </a:defRPr>
            </a:pPr>
            <a:r>
              <a:rPr lang="vi-VN" sz="2250" b="1" dirty="0">
                <a:solidFill>
                  <a:srgbClr val="061E4A"/>
                </a:solidFill>
                <a:latin typeface="Aptos"/>
                <a:ea typeface="Aptos"/>
                <a:cs typeface="Aptos"/>
              </a:rPr>
              <a:t>AI CŨNG LÀM ĐƯỢC</a:t>
            </a:r>
          </a:p>
        </p:txBody>
      </p:sp>
      <p:sp>
        <p:nvSpPr>
          <p:cNvPr id="5" name="icon-badge-search">
            <a:extLst>
              <a:ext uri="{FF2B5EF4-FFF2-40B4-BE49-F238E27FC236}">
                <a16:creationId xmlns:a16="http://schemas.microsoft.com/office/drawing/2014/main" id="{721B6290-AFFF-487F-B2FF-B12E9A59798A}"/>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1794070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4" name="hero-copy-panel">
            <a:extLst>
              <a:ext uri="{FF2B5EF4-FFF2-40B4-BE49-F238E27FC236}">
                <a16:creationId xmlns:a16="http://schemas.microsoft.com/office/drawing/2014/main" id="{659B3EAA-6B27-4AA7-ABEB-88DC3D3F338E}"/>
              </a:ext>
            </a:extLst>
          </p:cNvPr>
          <p:cNvSpPr>
            <a:spLocks noGrp="1"/>
          </p:cNvSpPr>
          <p:nvPr/>
        </p:nvSpPr>
        <p:spPr>
          <a:xfrm>
            <a:off x="0" y="2408902"/>
            <a:ext cx="8032955" cy="1799303"/>
          </a:xfrm>
          <a:prstGeom prst="rect">
            <a:avLst/>
          </a:prstGeom>
          <a:solidFill>
            <a:schemeClr val="tx2">
              <a:lumMod val="75000"/>
              <a:alpha val="84000"/>
            </a:schemeClr>
          </a:solidFill>
          <a:ln w="0">
            <a:noFill/>
            <a:prstDash val="solid"/>
          </a:ln>
        </p:spPr>
        <p:txBody>
          <a:bodyPr/>
          <a:lstStyle/>
          <a:p>
            <a:endParaRPr lang="vi-VN"/>
          </a:p>
        </p:txBody>
      </p:sp>
      <p:sp>
        <p:nvSpPr>
          <p:cNvPr id="2" name="hero-gold-accent">
            <a:extLst>
              <a:ext uri="{FF2B5EF4-FFF2-40B4-BE49-F238E27FC236}">
                <a16:creationId xmlns:a16="http://schemas.microsoft.com/office/drawing/2014/main" id="{D9ECE4CF-FB14-4623-8B68-C30EAC48FDFB}"/>
              </a:ext>
            </a:extLst>
          </p:cNvPr>
          <p:cNvSpPr>
            <a:spLocks noGrp="1"/>
          </p:cNvSpPr>
          <p:nvPr/>
        </p:nvSpPr>
        <p:spPr>
          <a:xfrm>
            <a:off x="423863" y="2960546"/>
            <a:ext cx="79568" cy="391211"/>
          </a:xfrm>
          <a:prstGeom prst="rect">
            <a:avLst/>
          </a:prstGeom>
          <a:solidFill>
            <a:srgbClr val="F4C76D"/>
          </a:solidFill>
          <a:ln w="0">
            <a:solidFill>
              <a:srgbClr val="F4C76D"/>
            </a:solidFill>
            <a:prstDash val="solid"/>
          </a:ln>
        </p:spPr>
        <p:txBody>
          <a:bodyPr/>
          <a:lstStyle/>
          <a:p>
            <a:endParaRPr lang="vi-VN"/>
          </a:p>
        </p:txBody>
      </p:sp>
      <p:sp>
        <p:nvSpPr>
          <p:cNvPr id="3" name="hero-statement">
            <a:extLst>
              <a:ext uri="{FF2B5EF4-FFF2-40B4-BE49-F238E27FC236}">
                <a16:creationId xmlns:a16="http://schemas.microsoft.com/office/drawing/2014/main" id="{BC938448-71B0-4A25-84FE-6DA6D34FBFED}"/>
              </a:ext>
            </a:extLst>
          </p:cNvPr>
          <p:cNvSpPr>
            <a:spLocks noGrp="1"/>
          </p:cNvSpPr>
          <p:nvPr/>
        </p:nvSpPr>
        <p:spPr>
          <a:xfrm>
            <a:off x="990599" y="2001305"/>
            <a:ext cx="7246103" cy="2470804"/>
          </a:xfrm>
          <a:prstGeom prst="rect">
            <a:avLst/>
          </a:prstGeom>
          <a:noFill/>
          <a:ln w="0">
            <a:noFill/>
            <a:prstDash val="solid"/>
          </a:ln>
        </p:spPr>
        <p:txBody>
          <a:bodyPr lIns="57150" tIns="38100" rIns="57150" bIns="38100" anchor="ctr">
            <a:normAutofit/>
          </a:bodyPr>
          <a:lstStyle/>
          <a:p>
            <a:pPr marL="0" indent="0" algn="l">
              <a:lnSpc>
                <a:spcPct val="103000"/>
              </a:lnSpc>
              <a:spcAft>
                <a:spcPts val="4"/>
              </a:spcAft>
              <a:buNone/>
              <a:defRPr sz="4950" b="1">
                <a:solidFill>
                  <a:srgbClr val="FFFFFF"/>
                </a:solidFill>
                <a:latin typeface="Aptos Display"/>
                <a:ea typeface="Aptos Display"/>
                <a:cs typeface="Aptos Display"/>
              </a:defRPr>
            </a:pPr>
            <a:r>
              <a:rPr lang="en-US" sz="4950" b="1" dirty="0">
                <a:solidFill>
                  <a:srgbClr val="FFFFFF"/>
                </a:solidFill>
                <a:latin typeface="Aptos Display"/>
                <a:ea typeface="Aptos Display"/>
                <a:cs typeface="Aptos Display"/>
              </a:rPr>
              <a:t>BÍ MẬT = </a:t>
            </a:r>
            <a:r>
              <a:rPr lang="en-US" sz="4950" b="1" dirty="0">
                <a:solidFill>
                  <a:srgbClr val="F4C76D"/>
                </a:solidFill>
                <a:latin typeface="Aptos Display"/>
                <a:ea typeface="Aptos Display"/>
                <a:cs typeface="Aptos Display"/>
              </a:rPr>
              <a:t>HÚT ĐÁM ĐÔNG</a:t>
            </a:r>
          </a:p>
        </p:txBody>
      </p:sp>
    </p:spTree>
    <p:extLst>
      <p:ext uri="{BB962C8B-B14F-4D97-AF65-F5344CB8AC3E}">
        <p14:creationId xmlns:p14="http://schemas.microsoft.com/office/powerpoint/2010/main" val="30225666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02440EDF-62B2-4A2B-9924-60F4AFF08818}"/>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F078B23F-C10D-4AEF-B074-AB1A829AEC94}"/>
              </a:ext>
            </a:extLst>
          </p:cNvPr>
          <p:cNvSpPr>
            <a:spLocks noGrp="1"/>
          </p:cNvSpPr>
          <p:nvPr/>
        </p:nvSpPr>
        <p:spPr>
          <a:xfrm>
            <a:off x="685800" y="2959510"/>
            <a:ext cx="8058150" cy="1428749"/>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E89420FF-02F8-456D-8425-D809B740A89E}"/>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vi-VN" sz="3900" b="1" dirty="0">
                <a:solidFill>
                  <a:srgbClr val="FFFFFF"/>
                </a:solidFill>
                <a:latin typeface="Aptos Display"/>
                <a:ea typeface="Aptos Display"/>
                <a:cs typeface="Aptos Display"/>
              </a:rPr>
              <a:t>BƯỚC 1: TÌM CHÂN DUNG KHÁCH HÀNG</a:t>
            </a:r>
          </a:p>
        </p:txBody>
      </p:sp>
      <p:sp>
        <p:nvSpPr>
          <p:cNvPr id="4" name="body-copy">
            <a:extLst>
              <a:ext uri="{FF2B5EF4-FFF2-40B4-BE49-F238E27FC236}">
                <a16:creationId xmlns:a16="http://schemas.microsoft.com/office/drawing/2014/main" id="{B88DE592-C154-42F5-B061-1F8E730DE22F}"/>
              </a:ext>
            </a:extLst>
          </p:cNvPr>
          <p:cNvSpPr>
            <a:spLocks noGrp="1"/>
          </p:cNvSpPr>
          <p:nvPr/>
        </p:nvSpPr>
        <p:spPr>
          <a:xfrm>
            <a:off x="1028700" y="1943100"/>
            <a:ext cx="7372350" cy="3219450"/>
          </a:xfrm>
          <a:prstGeom prst="rect">
            <a:avLst/>
          </a:prstGeom>
          <a:noFill/>
          <a:ln w="0">
            <a:noFill/>
            <a:prstDash val="solid"/>
          </a:ln>
        </p:spPr>
        <p:txBody>
          <a:bodyPr lIns="57150" tIns="38100" rIns="57150" bIns="38100" anchor="ctr">
            <a:normAutofit/>
          </a:bodyPr>
          <a:lstStyle/>
          <a:p>
            <a:pPr marL="0" indent="0" algn="l">
              <a:lnSpc>
                <a:spcPct val="110000"/>
              </a:lnSpc>
              <a:spcAft>
                <a:spcPts val="4"/>
              </a:spcAft>
              <a:buNone/>
              <a:defRPr sz="2550" b="1">
                <a:solidFill>
                  <a:srgbClr val="061E4A"/>
                </a:solidFill>
                <a:latin typeface="Aptos"/>
                <a:ea typeface="Aptos"/>
                <a:cs typeface="Aptos"/>
              </a:defRPr>
            </a:pPr>
            <a:r>
              <a:rPr lang="en-US" sz="2550" b="1" dirty="0">
                <a:solidFill>
                  <a:srgbClr val="061E4A"/>
                </a:solidFill>
                <a:latin typeface="Aptos"/>
                <a:ea typeface="Aptos"/>
                <a:cs typeface="Aptos"/>
              </a:rPr>
              <a:t>CÓ SẴN BỘ CÂU HỎI CHỈ VIỆC SỬ DỤNG</a:t>
            </a:r>
          </a:p>
        </p:txBody>
      </p:sp>
      <p:sp>
        <p:nvSpPr>
          <p:cNvPr id="5" name="icon-badge-scan-search">
            <a:extLst>
              <a:ext uri="{FF2B5EF4-FFF2-40B4-BE49-F238E27FC236}">
                <a16:creationId xmlns:a16="http://schemas.microsoft.com/office/drawing/2014/main" id="{B26173B0-0DB2-410A-926C-BB1D217358A4}"/>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16455144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55E434A1-9852-46B0-8129-9036CB2621FD}"/>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72873CDA-5DA9-44C1-A5F0-B7557E136329}"/>
              </a:ext>
            </a:extLst>
          </p:cNvPr>
          <p:cNvSpPr>
            <a:spLocks noGrp="1"/>
          </p:cNvSpPr>
          <p:nvPr/>
        </p:nvSpPr>
        <p:spPr>
          <a:xfrm>
            <a:off x="685800" y="1619250"/>
            <a:ext cx="8058150" cy="2313653"/>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3970F046-1C75-4888-BC89-9DEF33FA5ECC}"/>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vi-VN" sz="3900" b="1" dirty="0">
                <a:solidFill>
                  <a:srgbClr val="FFFFFF"/>
                </a:solidFill>
                <a:latin typeface="Aptos Display"/>
                <a:ea typeface="Aptos Display"/>
                <a:cs typeface="Aptos Display"/>
              </a:rPr>
              <a:t>BƯỚC 2: NỘI DUNG</a:t>
            </a:r>
          </a:p>
        </p:txBody>
      </p:sp>
      <p:sp>
        <p:nvSpPr>
          <p:cNvPr id="4" name="body-copy">
            <a:extLst>
              <a:ext uri="{FF2B5EF4-FFF2-40B4-BE49-F238E27FC236}">
                <a16:creationId xmlns:a16="http://schemas.microsoft.com/office/drawing/2014/main" id="{0AAC0FE9-7424-4230-8C3B-F22477C73C30}"/>
              </a:ext>
            </a:extLst>
          </p:cNvPr>
          <p:cNvSpPr>
            <a:spLocks noGrp="1"/>
          </p:cNvSpPr>
          <p:nvPr/>
        </p:nvSpPr>
        <p:spPr>
          <a:xfrm>
            <a:off x="1028700" y="1943100"/>
            <a:ext cx="7372350" cy="2088126"/>
          </a:xfrm>
          <a:prstGeom prst="rect">
            <a:avLst/>
          </a:prstGeom>
          <a:noFill/>
          <a:ln w="0">
            <a:noFill/>
            <a:prstDash val="solid"/>
          </a:ln>
        </p:spPr>
        <p:txBody>
          <a:bodyPr lIns="57150" tIns="38100" rIns="57150" bIns="38100" anchor="ctr">
            <a:normAutofit/>
          </a:bodyPr>
          <a:lstStyle/>
          <a:p>
            <a:pPr marL="0" indent="0" algn="l">
              <a:lnSpc>
                <a:spcPct val="110000"/>
              </a:lnSpc>
              <a:spcAft>
                <a:spcPts val="4"/>
              </a:spcAft>
              <a:buNone/>
              <a:defRPr sz="2250" b="0">
                <a:solidFill>
                  <a:srgbClr val="061E4A"/>
                </a:solidFill>
                <a:latin typeface="Aptos"/>
                <a:ea typeface="Aptos"/>
                <a:cs typeface="Aptos"/>
              </a:defRPr>
            </a:pPr>
            <a:r>
              <a:rPr lang="vi-VN" sz="2250" b="1" dirty="0">
                <a:solidFill>
                  <a:srgbClr val="061E4A"/>
                </a:solidFill>
                <a:latin typeface="Aptos"/>
                <a:ea typeface="Aptos"/>
                <a:cs typeface="Aptos"/>
              </a:rPr>
              <a:t>HƯỚNG DẪN CHI TIẾT CÁCH DÙNG </a:t>
            </a:r>
            <a:r>
              <a:rPr lang="vi-VN" sz="2250" b="1" dirty="0">
                <a:solidFill>
                  <a:srgbClr val="A87518"/>
                </a:solidFill>
                <a:latin typeface="Aptos"/>
                <a:ea typeface="Aptos"/>
                <a:cs typeface="Aptos"/>
              </a:rPr>
              <a:t>AI</a:t>
            </a:r>
            <a:r>
              <a:rPr lang="vi-VN" sz="2250" b="1" dirty="0">
                <a:solidFill>
                  <a:srgbClr val="061E4A"/>
                </a:solidFill>
                <a:latin typeface="Aptos"/>
                <a:ea typeface="Aptos"/>
                <a:cs typeface="Aptos"/>
              </a:rPr>
              <a:t> ĐỂ TẠO NỘI DUNG DỰA TRÊN ĐỊNH HÌNH NHÓM KHÁCH HÀNG TIỀM NĂNG</a:t>
            </a:r>
          </a:p>
        </p:txBody>
      </p:sp>
      <p:sp>
        <p:nvSpPr>
          <p:cNvPr id="5" name="icon-badge-eye">
            <a:extLst>
              <a:ext uri="{FF2B5EF4-FFF2-40B4-BE49-F238E27FC236}">
                <a16:creationId xmlns:a16="http://schemas.microsoft.com/office/drawing/2014/main" id="{1A6B7852-8752-4AD7-9A8F-B2EDB1569BBA}"/>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182061652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499AB5A0-8B95-492A-B86C-E77A2C3AD8C9}"/>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CC787770-A0B4-4D0C-BDF0-7C48AE691259}"/>
              </a:ext>
            </a:extLst>
          </p:cNvPr>
          <p:cNvSpPr>
            <a:spLocks noGrp="1"/>
          </p:cNvSpPr>
          <p:nvPr/>
        </p:nvSpPr>
        <p:spPr>
          <a:xfrm>
            <a:off x="685800" y="2467897"/>
            <a:ext cx="6845710" cy="2241756"/>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128F22CF-C2A6-409A-B695-7E4CB08FBC80}"/>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vi-VN" sz="3900" b="1" dirty="0">
                <a:solidFill>
                  <a:srgbClr val="FFFFFF"/>
                </a:solidFill>
                <a:latin typeface="Aptos Display"/>
                <a:ea typeface="Aptos Display"/>
                <a:cs typeface="Aptos Display"/>
              </a:rPr>
              <a:t>BƯỚC 3: TÌM DANH SÁCH TIỀM NĂNG</a:t>
            </a:r>
          </a:p>
        </p:txBody>
      </p:sp>
      <p:sp>
        <p:nvSpPr>
          <p:cNvPr id="4" name="body-copy">
            <a:extLst>
              <a:ext uri="{FF2B5EF4-FFF2-40B4-BE49-F238E27FC236}">
                <a16:creationId xmlns:a16="http://schemas.microsoft.com/office/drawing/2014/main" id="{2F9FE456-D0BC-4808-98AE-C2EADD58FF8C}"/>
              </a:ext>
            </a:extLst>
          </p:cNvPr>
          <p:cNvSpPr>
            <a:spLocks noGrp="1"/>
          </p:cNvSpPr>
          <p:nvPr/>
        </p:nvSpPr>
        <p:spPr>
          <a:xfrm>
            <a:off x="1028700" y="1943100"/>
            <a:ext cx="7372350" cy="3219450"/>
          </a:xfrm>
          <a:prstGeom prst="rect">
            <a:avLst/>
          </a:prstGeom>
          <a:noFill/>
          <a:ln w="0">
            <a:noFill/>
            <a:prstDash val="solid"/>
          </a:ln>
        </p:spPr>
        <p:txBody>
          <a:bodyPr lIns="57150" tIns="38100" rIns="57150" bIns="38100" anchor="ctr">
            <a:normAutofit/>
          </a:bodyPr>
          <a:lstStyle/>
          <a:p>
            <a:pPr marL="342912" indent="-342900" algn="l">
              <a:lnSpc>
                <a:spcPct val="200000"/>
              </a:lnSpc>
              <a:spcAft>
                <a:spcPts val="7"/>
              </a:spcAft>
              <a:buFont typeface="Arial" panose="020B0604020202020204" pitchFamily="34" charset="0"/>
              <a:buChar char="•"/>
              <a:defRPr sz="2250" b="0">
                <a:solidFill>
                  <a:srgbClr val="061E4A"/>
                </a:solidFill>
                <a:latin typeface="Aptos"/>
                <a:ea typeface="Aptos"/>
                <a:cs typeface="Aptos"/>
              </a:defRPr>
            </a:pPr>
            <a:r>
              <a:rPr lang="en-US" sz="2250" b="1" dirty="0">
                <a:solidFill>
                  <a:srgbClr val="061E4A"/>
                </a:solidFill>
                <a:latin typeface="Aptos"/>
                <a:ea typeface="Aptos"/>
                <a:cs typeface="Aptos"/>
              </a:rPr>
              <a:t>CÁCH ĐỂ TÌM RA DANH SÁCH TIỀM NĂNG</a:t>
            </a:r>
          </a:p>
          <a:p>
            <a:pPr marL="342912" indent="-342900" algn="l">
              <a:lnSpc>
                <a:spcPct val="200000"/>
              </a:lnSpc>
              <a:spcAft>
                <a:spcPts val="7"/>
              </a:spcAft>
              <a:buFont typeface="Arial" panose="020B0604020202020204" pitchFamily="34" charset="0"/>
              <a:buChar char="•"/>
              <a:defRPr sz="2250" b="0">
                <a:solidFill>
                  <a:srgbClr val="061E4A"/>
                </a:solidFill>
                <a:latin typeface="Aptos"/>
                <a:ea typeface="Aptos"/>
                <a:cs typeface="Aptos"/>
              </a:defRPr>
            </a:pPr>
            <a:r>
              <a:rPr lang="en-US" sz="2250" b="1" dirty="0">
                <a:solidFill>
                  <a:srgbClr val="061E4A"/>
                </a:solidFill>
                <a:latin typeface="Aptos"/>
                <a:ea typeface="Aptos"/>
                <a:cs typeface="Aptos"/>
              </a:rPr>
              <a:t>CÓ SẴN DANH SÁCH GỢI Ý</a:t>
            </a:r>
          </a:p>
        </p:txBody>
      </p:sp>
      <p:sp>
        <p:nvSpPr>
          <p:cNvPr id="5" name="icon-badge-telescope">
            <a:extLst>
              <a:ext uri="{FF2B5EF4-FFF2-40B4-BE49-F238E27FC236}">
                <a16:creationId xmlns:a16="http://schemas.microsoft.com/office/drawing/2014/main" id="{82BF5EE8-22CA-46EE-8D0C-388A83C8FDEF}"/>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317870340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10F83893-6F80-47BA-AD48-6A63005395ED}"/>
              </a:ext>
            </a:extLst>
          </p:cNvPr>
          <p:cNvSpPr>
            <a:spLocks noGrp="1"/>
          </p:cNvSpPr>
          <p:nvPr/>
        </p:nvSpPr>
        <p:spPr>
          <a:xfrm>
            <a:off x="685800" y="1304925"/>
            <a:ext cx="10912674"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319B84FE-6079-4D55-9AD6-F4E87309D275}"/>
              </a:ext>
            </a:extLst>
          </p:cNvPr>
          <p:cNvSpPr>
            <a:spLocks noGrp="1"/>
          </p:cNvSpPr>
          <p:nvPr/>
        </p:nvSpPr>
        <p:spPr>
          <a:xfrm>
            <a:off x="685800" y="2779454"/>
            <a:ext cx="8545946" cy="1428751"/>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C6D0FF8E-BF7C-4D16-BAA2-3BF21C15252E}"/>
              </a:ext>
            </a:extLst>
          </p:cNvPr>
          <p:cNvSpPr>
            <a:spLocks noGrp="1"/>
          </p:cNvSpPr>
          <p:nvPr/>
        </p:nvSpPr>
        <p:spPr>
          <a:xfrm>
            <a:off x="685800" y="495300"/>
            <a:ext cx="10912674"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600" b="1">
                <a:solidFill>
                  <a:srgbClr val="FFFFFF"/>
                </a:solidFill>
                <a:latin typeface="Aptos Display"/>
                <a:ea typeface="Aptos Display"/>
                <a:cs typeface="Aptos Display"/>
              </a:defRPr>
            </a:pPr>
            <a:r>
              <a:rPr lang="vi-VN" sz="3600" b="1" dirty="0">
                <a:solidFill>
                  <a:srgbClr val="FFFFFF"/>
                </a:solidFill>
                <a:latin typeface="Aptos Display"/>
                <a:ea typeface="Aptos Display"/>
                <a:cs typeface="Aptos Display"/>
              </a:rPr>
              <a:t>BƯỚC 4: SẢN XUẤT NỘI DUNG HÀNG LOẠT</a:t>
            </a:r>
          </a:p>
        </p:txBody>
      </p:sp>
      <p:sp>
        <p:nvSpPr>
          <p:cNvPr id="4" name="body-copy">
            <a:extLst>
              <a:ext uri="{FF2B5EF4-FFF2-40B4-BE49-F238E27FC236}">
                <a16:creationId xmlns:a16="http://schemas.microsoft.com/office/drawing/2014/main" id="{8E295449-A30D-4D7F-BA68-ED608A970896}"/>
              </a:ext>
            </a:extLst>
          </p:cNvPr>
          <p:cNvSpPr>
            <a:spLocks noGrp="1"/>
          </p:cNvSpPr>
          <p:nvPr/>
        </p:nvSpPr>
        <p:spPr>
          <a:xfrm>
            <a:off x="1028699" y="1943100"/>
            <a:ext cx="8044199" cy="3219450"/>
          </a:xfrm>
          <a:prstGeom prst="rect">
            <a:avLst/>
          </a:prstGeom>
          <a:noFill/>
          <a:ln w="0">
            <a:noFill/>
            <a:prstDash val="solid"/>
          </a:ln>
        </p:spPr>
        <p:txBody>
          <a:bodyPr lIns="57150" tIns="38100" rIns="57150" bIns="38100" anchor="ctr">
            <a:normAutofit/>
          </a:bodyPr>
          <a:lstStyle/>
          <a:p>
            <a:pPr marL="0" indent="0" algn="l">
              <a:lnSpc>
                <a:spcPct val="110000"/>
              </a:lnSpc>
              <a:spcAft>
                <a:spcPts val="4"/>
              </a:spcAft>
              <a:buNone/>
              <a:defRPr sz="2550" b="1">
                <a:solidFill>
                  <a:srgbClr val="061E4A"/>
                </a:solidFill>
                <a:latin typeface="Aptos"/>
                <a:ea typeface="Aptos"/>
                <a:cs typeface="Aptos"/>
              </a:defRPr>
            </a:pPr>
            <a:r>
              <a:rPr lang="vi-VN" sz="2550" b="1" dirty="0">
                <a:solidFill>
                  <a:srgbClr val="061E4A"/>
                </a:solidFill>
                <a:latin typeface="Aptos"/>
                <a:ea typeface="Aptos"/>
                <a:cs typeface="Aptos"/>
              </a:rPr>
              <a:t>ĐỂ THU HÚT SỰ CHÚ Ý CHO ĐẾN KHI HÚT ĐƯỢC CTV</a:t>
            </a:r>
          </a:p>
        </p:txBody>
      </p:sp>
      <p:sp>
        <p:nvSpPr>
          <p:cNvPr id="5" name="icon-badge-binoculars">
            <a:extLst>
              <a:ext uri="{FF2B5EF4-FFF2-40B4-BE49-F238E27FC236}">
                <a16:creationId xmlns:a16="http://schemas.microsoft.com/office/drawing/2014/main" id="{A416AF41-5A20-40D7-BD9E-E36A047BFB9B}"/>
              </a:ext>
            </a:extLst>
          </p:cNvPr>
          <p:cNvSpPr>
            <a:spLocks noGrp="1"/>
          </p:cNvSpPr>
          <p:nvPr/>
        </p:nvSpPr>
        <p:spPr>
          <a:xfrm>
            <a:off x="9620249" y="2343150"/>
            <a:ext cx="1558953"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841835" cy="771525"/>
          </a:xfrm>
          <a:prstGeom prst="rect">
            <a:avLst/>
          </a:prstGeom>
        </p:spPr>
      </p:pic>
    </p:spTree>
    <p:extLst>
      <p:ext uri="{BB962C8B-B14F-4D97-AF65-F5344CB8AC3E}">
        <p14:creationId xmlns:p14="http://schemas.microsoft.com/office/powerpoint/2010/main" val="391022318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6" name="statement-panel">
            <a:extLst>
              <a:ext uri="{FF2B5EF4-FFF2-40B4-BE49-F238E27FC236}">
                <a16:creationId xmlns:a16="http://schemas.microsoft.com/office/drawing/2014/main" id="{9EA4A937-52D1-4CBB-81BD-D7A52C9F85A4}"/>
              </a:ext>
            </a:extLst>
          </p:cNvPr>
          <p:cNvSpPr>
            <a:spLocks noGrp="1"/>
          </p:cNvSpPr>
          <p:nvPr/>
        </p:nvSpPr>
        <p:spPr>
          <a:xfrm>
            <a:off x="3905250" y="2714244"/>
            <a:ext cx="8370548" cy="1680775"/>
          </a:xfrm>
          <a:prstGeom prst="roundRect">
            <a:avLst>
              <a:gd name="adj" fmla="val 5600"/>
            </a:avLst>
          </a:prstGeom>
          <a:solidFill>
            <a:srgbClr val="041A45">
              <a:alpha val="91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2" name="gold-accent">
            <a:extLst>
              <a:ext uri="{FF2B5EF4-FFF2-40B4-BE49-F238E27FC236}">
                <a16:creationId xmlns:a16="http://schemas.microsoft.com/office/drawing/2014/main" id="{18E1AC15-71E9-4FA6-964A-0238DB51F777}"/>
              </a:ext>
            </a:extLst>
          </p:cNvPr>
          <p:cNvSpPr>
            <a:spLocks noGrp="1"/>
          </p:cNvSpPr>
          <p:nvPr/>
        </p:nvSpPr>
        <p:spPr>
          <a:xfrm>
            <a:off x="4357616" y="3086100"/>
            <a:ext cx="52316" cy="685800"/>
          </a:xfrm>
          <a:prstGeom prst="rect">
            <a:avLst/>
          </a:prstGeom>
          <a:solidFill>
            <a:srgbClr val="F4C76D"/>
          </a:solidFill>
          <a:ln w="0">
            <a:solidFill>
              <a:srgbClr val="F4C76D"/>
            </a:solidFill>
            <a:prstDash val="solid"/>
          </a:ln>
        </p:spPr>
        <p:txBody>
          <a:bodyPr/>
          <a:lstStyle/>
          <a:p>
            <a:endParaRPr lang="vi-VN"/>
          </a:p>
        </p:txBody>
      </p:sp>
      <p:sp>
        <p:nvSpPr>
          <p:cNvPr id="3" name="statement-copy">
            <a:extLst>
              <a:ext uri="{FF2B5EF4-FFF2-40B4-BE49-F238E27FC236}">
                <a16:creationId xmlns:a16="http://schemas.microsoft.com/office/drawing/2014/main" id="{5DB8A552-B207-4121-88A7-4B49C7F7CC33}"/>
              </a:ext>
            </a:extLst>
          </p:cNvPr>
          <p:cNvSpPr>
            <a:spLocks noGrp="1"/>
          </p:cNvSpPr>
          <p:nvPr/>
        </p:nvSpPr>
        <p:spPr>
          <a:xfrm>
            <a:off x="4648199" y="1466850"/>
            <a:ext cx="7052187" cy="3619500"/>
          </a:xfrm>
          <a:prstGeom prst="rect">
            <a:avLst/>
          </a:prstGeom>
          <a:noFill/>
          <a:ln w="0">
            <a:noFill/>
            <a:prstDash val="solid"/>
          </a:ln>
        </p:spPr>
        <p:txBody>
          <a:bodyPr lIns="57150" tIns="38100" rIns="57150" bIns="38100" anchor="ctr">
            <a:normAutofit/>
          </a:bodyPr>
          <a:lstStyle/>
          <a:p>
            <a:pPr marL="0" indent="0" algn="l">
              <a:lnSpc>
                <a:spcPct val="104000"/>
              </a:lnSpc>
              <a:spcAft>
                <a:spcPts val="4"/>
              </a:spcAft>
              <a:buNone/>
              <a:defRPr sz="4950" b="1">
                <a:solidFill>
                  <a:srgbClr val="FFFFFF"/>
                </a:solidFill>
                <a:latin typeface="Aptos Display"/>
                <a:ea typeface="Aptos Display"/>
                <a:cs typeface="Aptos Display"/>
              </a:defRPr>
            </a:pPr>
            <a:r>
              <a:rPr lang="vi-VN" sz="3600" b="1" dirty="0">
                <a:solidFill>
                  <a:srgbClr val="FFFFFF"/>
                </a:solidFill>
                <a:latin typeface="Aptos Display"/>
                <a:ea typeface="Aptos Display"/>
                <a:cs typeface="Aptos Display"/>
              </a:rPr>
              <a:t>BƯỚC 5: NÂNG CẤP DANH SÁCH</a:t>
            </a:r>
          </a:p>
        </p:txBody>
      </p:sp>
      <p:sp>
        <p:nvSpPr>
          <p:cNvPr id="4" name="icon-badge-brain">
            <a:extLst>
              <a:ext uri="{FF2B5EF4-FFF2-40B4-BE49-F238E27FC236}">
                <a16:creationId xmlns:a16="http://schemas.microsoft.com/office/drawing/2014/main" id="{50F07F98-84ED-4D5E-8DF1-A5E2F4065348}"/>
              </a:ext>
            </a:extLst>
          </p:cNvPr>
          <p:cNvSpPr>
            <a:spLocks noGrp="1"/>
          </p:cNvSpPr>
          <p:nvPr/>
        </p:nvSpPr>
        <p:spPr>
          <a:xfrm>
            <a:off x="1238250" y="2381250"/>
            <a:ext cx="1590404" cy="14478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0" name="Graphic 9"/>
          <p:cNvPicPr>
            <a:picLocks noChangeAspect="1"/>
          </p:cNvPicPr>
          <p:nvPr/>
        </p:nvPicPr>
        <p:blipFill>
          <a:blip>
            <a:extLst>
              <a:ext uri="{96DAC541-7B7A-43D3-8B79-37D633B846F1}">
                <asvg:svgBlip xmlns:asvg="http://schemas.microsoft.com/office/drawing/2016/SVG/main" r:embed="rId4"/>
              </a:ext>
            </a:extLst>
          </a:blip>
          <a:stretch/>
        </p:blipFill>
        <p:spPr>
          <a:xfrm>
            <a:off x="1571244" y="2714244"/>
            <a:ext cx="858818" cy="781812"/>
          </a:xfrm>
          <a:prstGeom prst="rect">
            <a:avLst/>
          </a:prstGeom>
        </p:spPr>
      </p:pic>
    </p:spTree>
    <p:extLst>
      <p:ext uri="{BB962C8B-B14F-4D97-AF65-F5344CB8AC3E}">
        <p14:creationId xmlns:p14="http://schemas.microsoft.com/office/powerpoint/2010/main" val="164065129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10EF86E8-CE55-450C-BF1D-C7B0D9353740}"/>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876EB9A0-F97A-45DE-973F-C23F2201C1E2}"/>
              </a:ext>
            </a:extLst>
          </p:cNvPr>
          <p:cNvSpPr>
            <a:spLocks noGrp="1"/>
          </p:cNvSpPr>
          <p:nvPr/>
        </p:nvSpPr>
        <p:spPr>
          <a:xfrm>
            <a:off x="342900" y="2428568"/>
            <a:ext cx="8058150" cy="1710813"/>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123C2B3A-78E8-4F38-AD58-8F5A8B15B4C8}"/>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fontScale="68345" lnSpcReduction="20000"/>
          </a:bodyPr>
          <a:lstStyle/>
          <a:p>
            <a:pPr marL="0" indent="0" algn="l">
              <a:lnSpc>
                <a:spcPct val="100000"/>
              </a:lnSpc>
              <a:spcAft>
                <a:spcPts val="4"/>
              </a:spcAft>
              <a:buNone/>
              <a:defRPr sz="3600" b="1">
                <a:solidFill>
                  <a:srgbClr val="FFFFFF"/>
                </a:solidFill>
                <a:latin typeface="Aptos Display"/>
                <a:ea typeface="Aptos Display"/>
                <a:cs typeface="Aptos Display"/>
              </a:defRPr>
            </a:pPr>
            <a:r>
              <a:rPr lang="en-US" sz="3600" b="1" dirty="0">
                <a:solidFill>
                  <a:srgbClr val="FFFFFF"/>
                </a:solidFill>
                <a:latin typeface="Aptos Display"/>
                <a:ea typeface="Aptos Display"/>
                <a:cs typeface="Aptos Display"/>
              </a:rPr>
              <a:t>SAU KHI XÂY DỰNG NỘI DUNG KHÁCH HÀNG TIỀM NĂNG YÊU THÍCH</a:t>
            </a:r>
          </a:p>
        </p:txBody>
      </p:sp>
      <p:sp>
        <p:nvSpPr>
          <p:cNvPr id="4" name="body-copy">
            <a:extLst>
              <a:ext uri="{FF2B5EF4-FFF2-40B4-BE49-F238E27FC236}">
                <a16:creationId xmlns:a16="http://schemas.microsoft.com/office/drawing/2014/main" id="{2EADD8D8-D6D0-47EA-AC0E-B7D9C4FCC045}"/>
              </a:ext>
            </a:extLst>
          </p:cNvPr>
          <p:cNvSpPr>
            <a:spLocks noGrp="1"/>
          </p:cNvSpPr>
          <p:nvPr/>
        </p:nvSpPr>
        <p:spPr>
          <a:xfrm>
            <a:off x="1028700" y="1943100"/>
            <a:ext cx="7372350" cy="3219450"/>
          </a:xfrm>
          <a:prstGeom prst="rect">
            <a:avLst/>
          </a:prstGeom>
          <a:noFill/>
          <a:ln w="0">
            <a:noFill/>
            <a:prstDash val="solid"/>
          </a:ln>
        </p:spPr>
        <p:txBody>
          <a:bodyPr lIns="57150" tIns="38100" rIns="57150" bIns="38100" anchor="ctr">
            <a:normAutofit/>
          </a:bodyPr>
          <a:lstStyle/>
          <a:p>
            <a:pPr marL="0" indent="0" algn="l">
              <a:lnSpc>
                <a:spcPct val="110000"/>
              </a:lnSpc>
              <a:spcAft>
                <a:spcPts val="4"/>
              </a:spcAft>
              <a:buNone/>
              <a:defRPr sz="2550" b="1">
                <a:solidFill>
                  <a:srgbClr val="061E4A"/>
                </a:solidFill>
                <a:latin typeface="Aptos"/>
                <a:ea typeface="Aptos"/>
                <a:cs typeface="Aptos"/>
              </a:defRPr>
            </a:pPr>
            <a:r>
              <a:rPr sz="2550" b="1" dirty="0">
                <a:solidFill>
                  <a:srgbClr val="061E4A"/>
                </a:solidFill>
                <a:latin typeface="Aptos"/>
                <a:ea typeface="Aptos"/>
                <a:cs typeface="Aptos"/>
              </a:rPr>
              <a:t>THỬ NGHIỆM TẠO NỘI DUNG HÚT THÊM</a:t>
            </a:r>
          </a:p>
        </p:txBody>
      </p:sp>
      <p:sp>
        <p:nvSpPr>
          <p:cNvPr id="5" name="icon-badge-settings-2">
            <a:extLst>
              <a:ext uri="{FF2B5EF4-FFF2-40B4-BE49-F238E27FC236}">
                <a16:creationId xmlns:a16="http://schemas.microsoft.com/office/drawing/2014/main" id="{DC004993-9125-4527-AEB0-1EF9F7660496}"/>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2072681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6" name="statement-panel">
            <a:extLst>
              <a:ext uri="{FF2B5EF4-FFF2-40B4-BE49-F238E27FC236}">
                <a16:creationId xmlns:a16="http://schemas.microsoft.com/office/drawing/2014/main" id="{52735EF3-70DB-4104-846E-CAC9F5F293BC}"/>
              </a:ext>
            </a:extLst>
          </p:cNvPr>
          <p:cNvSpPr>
            <a:spLocks noGrp="1"/>
          </p:cNvSpPr>
          <p:nvPr/>
        </p:nvSpPr>
        <p:spPr>
          <a:xfrm>
            <a:off x="552450" y="876300"/>
            <a:ext cx="7810500" cy="1837944"/>
          </a:xfrm>
          <a:prstGeom prst="roundRect">
            <a:avLst>
              <a:gd name="adj" fmla="val 5600"/>
            </a:avLst>
          </a:prstGeom>
          <a:solidFill>
            <a:srgbClr val="041A45">
              <a:alpha val="91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2" name="gold-accent">
            <a:extLst>
              <a:ext uri="{FF2B5EF4-FFF2-40B4-BE49-F238E27FC236}">
                <a16:creationId xmlns:a16="http://schemas.microsoft.com/office/drawing/2014/main" id="{43843011-B20D-4BE4-A405-CA71BA524902}"/>
              </a:ext>
            </a:extLst>
          </p:cNvPr>
          <p:cNvSpPr>
            <a:spLocks noGrp="1"/>
          </p:cNvSpPr>
          <p:nvPr/>
        </p:nvSpPr>
        <p:spPr>
          <a:xfrm>
            <a:off x="952500" y="1428750"/>
            <a:ext cx="47625" cy="685800"/>
          </a:xfrm>
          <a:prstGeom prst="rect">
            <a:avLst/>
          </a:prstGeom>
          <a:solidFill>
            <a:srgbClr val="F4C76D"/>
          </a:solidFill>
          <a:ln w="0">
            <a:solidFill>
              <a:srgbClr val="F4C76D"/>
            </a:solidFill>
            <a:prstDash val="solid"/>
          </a:ln>
        </p:spPr>
        <p:txBody>
          <a:bodyPr/>
          <a:lstStyle/>
          <a:p>
            <a:endParaRPr lang="vi-VN"/>
          </a:p>
        </p:txBody>
      </p:sp>
      <p:sp>
        <p:nvSpPr>
          <p:cNvPr id="3" name="statement-copy">
            <a:extLst>
              <a:ext uri="{FF2B5EF4-FFF2-40B4-BE49-F238E27FC236}">
                <a16:creationId xmlns:a16="http://schemas.microsoft.com/office/drawing/2014/main" id="{63056C70-AAEB-4C6F-B25B-C86E7D8AA7A1}"/>
              </a:ext>
            </a:extLst>
          </p:cNvPr>
          <p:cNvSpPr>
            <a:spLocks noGrp="1"/>
          </p:cNvSpPr>
          <p:nvPr/>
        </p:nvSpPr>
        <p:spPr>
          <a:xfrm>
            <a:off x="1123950" y="1219200"/>
            <a:ext cx="7897761" cy="1109202"/>
          </a:xfrm>
          <a:prstGeom prst="rect">
            <a:avLst/>
          </a:prstGeom>
          <a:noFill/>
          <a:ln w="0">
            <a:noFill/>
            <a:prstDash val="solid"/>
          </a:ln>
        </p:spPr>
        <p:txBody>
          <a:bodyPr lIns="57150" tIns="38100" rIns="57150" bIns="38100" anchor="ctr">
            <a:normAutofit/>
          </a:bodyPr>
          <a:lstStyle/>
          <a:p>
            <a:pPr marL="0" indent="0" algn="l">
              <a:lnSpc>
                <a:spcPct val="104000"/>
              </a:lnSpc>
              <a:spcAft>
                <a:spcPts val="4"/>
              </a:spcAft>
              <a:buNone/>
              <a:defRPr sz="4950" b="1">
                <a:solidFill>
                  <a:srgbClr val="FFFFFF"/>
                </a:solidFill>
                <a:latin typeface="Aptos Display"/>
                <a:ea typeface="Aptos Display"/>
                <a:cs typeface="Aptos Display"/>
              </a:defRPr>
            </a:pPr>
            <a:r>
              <a:rPr lang="en-US" sz="3700" b="1" dirty="0">
                <a:solidFill>
                  <a:srgbClr val="FFFFFF"/>
                </a:solidFill>
                <a:latin typeface="Aptos Display"/>
                <a:ea typeface="Aptos Display"/>
                <a:cs typeface="Aptos Display"/>
              </a:rPr>
              <a:t>KẾT QUẢ NGOÀI MONG ĐỢI</a:t>
            </a:r>
          </a:p>
        </p:txBody>
      </p:sp>
      <p:sp>
        <p:nvSpPr>
          <p:cNvPr id="4" name="icon-badge-trophy">
            <a:extLst>
              <a:ext uri="{FF2B5EF4-FFF2-40B4-BE49-F238E27FC236}">
                <a16:creationId xmlns:a16="http://schemas.microsoft.com/office/drawing/2014/main" id="{B8AE52C3-B1D8-433D-A39F-7E71C5828F4B}"/>
              </a:ext>
            </a:extLst>
          </p:cNvPr>
          <p:cNvSpPr>
            <a:spLocks noGrp="1"/>
          </p:cNvSpPr>
          <p:nvPr/>
        </p:nvSpPr>
        <p:spPr>
          <a:xfrm>
            <a:off x="9620250" y="2381250"/>
            <a:ext cx="1447800" cy="14478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0" name="Graphic 9"/>
          <p:cNvPicPr>
            <a:picLocks noChangeAspect="1"/>
          </p:cNvPicPr>
          <p:nvPr/>
        </p:nvPicPr>
        <p:blipFill>
          <a:blip>
            <a:extLst>
              <a:ext uri="{96DAC541-7B7A-43D3-8B79-37D633B846F1}">
                <asvg:svgBlip xmlns:asvg="http://schemas.microsoft.com/office/drawing/2016/SVG/main" r:embed="rId4"/>
              </a:ext>
            </a:extLst>
          </a:blip>
          <a:stretch/>
        </p:blipFill>
        <p:spPr>
          <a:xfrm>
            <a:off x="9953244" y="2714244"/>
            <a:ext cx="781812" cy="781812"/>
          </a:xfrm>
          <a:prstGeom prst="rect">
            <a:avLst/>
          </a:prstGeom>
        </p:spPr>
      </p:pic>
    </p:spTree>
    <p:extLst>
      <p:ext uri="{BB962C8B-B14F-4D97-AF65-F5344CB8AC3E}">
        <p14:creationId xmlns:p14="http://schemas.microsoft.com/office/powerpoint/2010/main" val="405144440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ACF052C0-D8D2-4CC3-BEEB-C2C36810B4DC}"/>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8BB2EBAC-BC7E-4D44-9BC2-C9068A25B221}"/>
              </a:ext>
            </a:extLst>
          </p:cNvPr>
          <p:cNvSpPr>
            <a:spLocks noGrp="1"/>
          </p:cNvSpPr>
          <p:nvPr/>
        </p:nvSpPr>
        <p:spPr>
          <a:xfrm>
            <a:off x="776287" y="2643340"/>
            <a:ext cx="8605838" cy="2048181"/>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58423488-A37C-4581-BE30-374993C743EB}"/>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en-US" sz="3900" b="1" dirty="0">
                <a:solidFill>
                  <a:srgbClr val="FFFFFF"/>
                </a:solidFill>
                <a:latin typeface="Aptos Display"/>
                <a:ea typeface="Aptos Display"/>
                <a:cs typeface="Aptos Display"/>
              </a:rPr>
              <a:t>QUY TRÌNH NÀY ĐÃ MANG VỀ</a:t>
            </a:r>
          </a:p>
        </p:txBody>
      </p:sp>
      <p:sp>
        <p:nvSpPr>
          <p:cNvPr id="4" name="body-copy">
            <a:extLst>
              <a:ext uri="{FF2B5EF4-FFF2-40B4-BE49-F238E27FC236}">
                <a16:creationId xmlns:a16="http://schemas.microsoft.com/office/drawing/2014/main" id="{093C5B87-AEF4-48B5-BAFD-6184F57BABB1}"/>
              </a:ext>
            </a:extLst>
          </p:cNvPr>
          <p:cNvSpPr>
            <a:spLocks noGrp="1"/>
          </p:cNvSpPr>
          <p:nvPr/>
        </p:nvSpPr>
        <p:spPr>
          <a:xfrm>
            <a:off x="1028700" y="1943100"/>
            <a:ext cx="8115300" cy="3219450"/>
          </a:xfrm>
          <a:prstGeom prst="rect">
            <a:avLst/>
          </a:prstGeom>
          <a:noFill/>
          <a:ln w="0">
            <a:noFill/>
            <a:prstDash val="solid"/>
          </a:ln>
        </p:spPr>
        <p:txBody>
          <a:bodyPr lIns="57150" tIns="38100" rIns="57150" bIns="38100" anchor="ctr">
            <a:normAutofit/>
          </a:bodyPr>
          <a:lstStyle/>
          <a:p>
            <a:pPr marL="342912" indent="-342900" algn="l">
              <a:lnSpc>
                <a:spcPct val="200000"/>
              </a:lnSpc>
              <a:spcAft>
                <a:spcPts val="7"/>
              </a:spcAft>
              <a:buFont typeface="Arial" panose="020B0604020202020204" pitchFamily="34" charset="0"/>
              <a:buChar char="•"/>
              <a:defRPr sz="2250" b="0">
                <a:solidFill>
                  <a:srgbClr val="061E4A"/>
                </a:solidFill>
                <a:latin typeface="Aptos"/>
                <a:ea typeface="Aptos"/>
                <a:cs typeface="Aptos"/>
              </a:defRPr>
            </a:pPr>
            <a:r>
              <a:rPr lang="vi-VN" sz="2250" b="1" dirty="0">
                <a:solidFill>
                  <a:schemeClr val="tx2">
                    <a:lumMod val="75000"/>
                  </a:schemeClr>
                </a:solidFill>
                <a:latin typeface="Aptos"/>
                <a:ea typeface="Aptos"/>
                <a:cs typeface="Aptos"/>
              </a:rPr>
              <a:t>HÀNG TRĂM NGHÌN NGƯỜI NHẮN TIN</a:t>
            </a:r>
          </a:p>
          <a:p>
            <a:pPr marL="342912" indent="-342900" algn="l">
              <a:lnSpc>
                <a:spcPct val="200000"/>
              </a:lnSpc>
              <a:spcAft>
                <a:spcPts val="7"/>
              </a:spcAft>
              <a:buFont typeface="Arial" panose="020B0604020202020204" pitchFamily="34" charset="0"/>
              <a:buChar char="•"/>
              <a:defRPr sz="2250" b="0">
                <a:solidFill>
                  <a:srgbClr val="061E4A"/>
                </a:solidFill>
                <a:latin typeface="Aptos"/>
                <a:ea typeface="Aptos"/>
                <a:cs typeface="Aptos"/>
              </a:defRPr>
            </a:pPr>
            <a:r>
              <a:rPr lang="vi-VN" sz="2250" b="1" dirty="0">
                <a:solidFill>
                  <a:schemeClr val="tx2">
                    <a:lumMod val="75000"/>
                  </a:schemeClr>
                </a:solidFill>
                <a:latin typeface="Aptos"/>
                <a:ea typeface="Aptos"/>
                <a:cs typeface="Aptos"/>
              </a:rPr>
              <a:t>CÓ THỂ GỬI TIN NHẮN TỰ ĐỘNG CHO HỌ BẤT KỲ KHI NÀO</a:t>
            </a:r>
          </a:p>
        </p:txBody>
      </p:sp>
      <p:sp>
        <p:nvSpPr>
          <p:cNvPr id="5" name="icon-badge-cog">
            <a:extLst>
              <a:ext uri="{FF2B5EF4-FFF2-40B4-BE49-F238E27FC236}">
                <a16:creationId xmlns:a16="http://schemas.microsoft.com/office/drawing/2014/main" id="{5830A42F-F379-48D6-9A5C-1DD3C8D96A43}"/>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288221153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30FC65EA-FEEC-4683-B31C-AAE8929EF0E2}"/>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F13656E6-EB30-4411-AEED-9CA985F92790}"/>
              </a:ext>
            </a:extLst>
          </p:cNvPr>
          <p:cNvSpPr>
            <a:spLocks noGrp="1"/>
          </p:cNvSpPr>
          <p:nvPr/>
        </p:nvSpPr>
        <p:spPr>
          <a:xfrm>
            <a:off x="685800" y="1619250"/>
            <a:ext cx="8058150" cy="3886200"/>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32B3BAE5-03E9-45F3-A31F-7FB2AD5E38A3}"/>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600" b="1">
                <a:solidFill>
                  <a:srgbClr val="FFFFFF"/>
                </a:solidFill>
                <a:latin typeface="Aptos Display"/>
                <a:ea typeface="Aptos Display"/>
                <a:cs typeface="Aptos Display"/>
              </a:defRPr>
            </a:pPr>
            <a:r>
              <a:rPr lang="vi-VN" sz="3600" b="1" dirty="0">
                <a:solidFill>
                  <a:srgbClr val="FFFFFF"/>
                </a:solidFill>
                <a:latin typeface="Aptos Display"/>
                <a:ea typeface="Aptos Display"/>
                <a:cs typeface="Aptos Display"/>
              </a:rPr>
              <a:t>VÀ TÔI ĐÃ HƯỚNG DẪN CHO 1 SỐ ANH CHỊ EM</a:t>
            </a:r>
          </a:p>
        </p:txBody>
      </p:sp>
      <p:sp>
        <p:nvSpPr>
          <p:cNvPr id="4" name="body-copy">
            <a:extLst>
              <a:ext uri="{FF2B5EF4-FFF2-40B4-BE49-F238E27FC236}">
                <a16:creationId xmlns:a16="http://schemas.microsoft.com/office/drawing/2014/main" id="{9735E3AA-4454-46F2-A592-37AA1E560FC2}"/>
              </a:ext>
            </a:extLst>
          </p:cNvPr>
          <p:cNvSpPr>
            <a:spLocks noGrp="1"/>
          </p:cNvSpPr>
          <p:nvPr/>
        </p:nvSpPr>
        <p:spPr>
          <a:xfrm>
            <a:off x="1028700" y="1943100"/>
            <a:ext cx="7372350" cy="3219450"/>
          </a:xfrm>
          <a:prstGeom prst="rect">
            <a:avLst/>
          </a:prstGeom>
          <a:noFill/>
          <a:ln w="0">
            <a:noFill/>
            <a:prstDash val="solid"/>
          </a:ln>
        </p:spPr>
        <p:txBody>
          <a:bodyPr lIns="57150" tIns="38100" rIns="57150" bIns="38100" anchor="ctr">
            <a:normAutofit/>
          </a:bodyPr>
          <a:lstStyle/>
          <a:p>
            <a:pPr marL="0" indent="0">
              <a:lnSpc>
                <a:spcPct val="110000"/>
              </a:lnSpc>
              <a:spcAft>
                <a:spcPts val="4"/>
              </a:spcAft>
              <a:buNone/>
              <a:defRPr sz="2550" b="1">
                <a:solidFill>
                  <a:srgbClr val="061E4A"/>
                </a:solidFill>
                <a:latin typeface="Aptos"/>
                <a:ea typeface="Aptos"/>
                <a:cs typeface="Aptos"/>
              </a:defRPr>
            </a:pPr>
            <a:r>
              <a:rPr lang="vi-VN" sz="2550" b="1" dirty="0">
                <a:solidFill>
                  <a:srgbClr val="061E4A"/>
                </a:solidFill>
                <a:latin typeface="Aptos"/>
                <a:ea typeface="Aptos"/>
                <a:cs typeface="Aptos"/>
              </a:rPr>
              <a:t>KẾT QUẢ THẬT BẤT NGỜ</a:t>
            </a:r>
            <a:endParaRPr lang="en-US" sz="2550" b="1" dirty="0">
              <a:solidFill>
                <a:srgbClr val="061E4A"/>
              </a:solidFill>
              <a:latin typeface="Aptos"/>
              <a:ea typeface="Aptos"/>
              <a:cs typeface="Aptos"/>
            </a:endParaRPr>
          </a:p>
          <a:p>
            <a:pPr marL="0" indent="0">
              <a:lnSpc>
                <a:spcPct val="110000"/>
              </a:lnSpc>
              <a:spcAft>
                <a:spcPts val="4"/>
              </a:spcAft>
              <a:buNone/>
              <a:defRPr sz="2550" b="1">
                <a:solidFill>
                  <a:srgbClr val="061E4A"/>
                </a:solidFill>
                <a:latin typeface="Aptos"/>
                <a:ea typeface="Aptos"/>
                <a:cs typeface="Aptos"/>
              </a:defRPr>
            </a:pPr>
            <a:endParaRPr lang="vi-VN" sz="2550" b="1" dirty="0">
              <a:solidFill>
                <a:srgbClr val="061E4A"/>
              </a:solidFill>
              <a:latin typeface="Aptos"/>
              <a:ea typeface="Aptos"/>
              <a:cs typeface="Aptos"/>
            </a:endParaRPr>
          </a:p>
          <a:p>
            <a:pPr>
              <a:lnSpc>
                <a:spcPct val="110000"/>
              </a:lnSpc>
              <a:spcAft>
                <a:spcPts val="4"/>
              </a:spcAft>
              <a:defRPr sz="2550" b="1">
                <a:solidFill>
                  <a:srgbClr val="061E4A"/>
                </a:solidFill>
                <a:latin typeface="Aptos"/>
                <a:ea typeface="Aptos"/>
                <a:cs typeface="Aptos"/>
              </a:defRPr>
            </a:pPr>
            <a:r>
              <a:rPr lang="vi-VN" sz="2800" b="1" dirty="0">
                <a:solidFill>
                  <a:schemeClr val="tx2">
                    <a:lumMod val="75000"/>
                  </a:schemeClr>
                </a:solidFill>
                <a:latin typeface="Aptos Display"/>
                <a:ea typeface="Aptos Display"/>
                <a:cs typeface="Aptos Display"/>
              </a:rPr>
              <a:t>HẠNH PHÚC NHẤT LÀ TÔI ĐÃ ĐƯỢC CHỨNG KIẾN TẬN MẮT SỰ PHÁT TRIỂN CỦA NHỮNG NGƯỜI MÀ TÔI GIÚP ĐỠ</a:t>
            </a:r>
          </a:p>
          <a:p>
            <a:pPr marL="0" indent="0">
              <a:lnSpc>
                <a:spcPct val="110000"/>
              </a:lnSpc>
              <a:spcAft>
                <a:spcPts val="4"/>
              </a:spcAft>
              <a:buNone/>
              <a:defRPr sz="2550" b="1">
                <a:solidFill>
                  <a:srgbClr val="061E4A"/>
                </a:solidFill>
                <a:latin typeface="Aptos"/>
                <a:ea typeface="Aptos"/>
                <a:cs typeface="Aptos"/>
              </a:defRPr>
            </a:pPr>
            <a:endParaRPr lang="vi-VN" sz="2550" b="1" dirty="0">
              <a:solidFill>
                <a:srgbClr val="061E4A"/>
              </a:solidFill>
              <a:latin typeface="Aptos"/>
              <a:ea typeface="Aptos"/>
              <a:cs typeface="Aptos"/>
            </a:endParaRPr>
          </a:p>
        </p:txBody>
      </p:sp>
      <p:sp>
        <p:nvSpPr>
          <p:cNvPr id="5" name="icon-badge-award">
            <a:extLst>
              <a:ext uri="{FF2B5EF4-FFF2-40B4-BE49-F238E27FC236}">
                <a16:creationId xmlns:a16="http://schemas.microsoft.com/office/drawing/2014/main" id="{552BE537-0060-4E5C-9E99-CA133D2F1881}"/>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5644885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00B7CC91-6AA7-45D4-83ED-50ED0A77CF5B}"/>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900345C8-972C-47EA-B02B-69ED47BC2E2E}"/>
              </a:ext>
            </a:extLst>
          </p:cNvPr>
          <p:cNvSpPr>
            <a:spLocks noGrp="1"/>
          </p:cNvSpPr>
          <p:nvPr/>
        </p:nvSpPr>
        <p:spPr>
          <a:xfrm>
            <a:off x="685800" y="2285999"/>
            <a:ext cx="8058150" cy="2669460"/>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7CAE6E0D-28B7-4490-BBAE-65718D0AD821}"/>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en-US" sz="3900" b="1" dirty="0">
                <a:solidFill>
                  <a:srgbClr val="FFFFFF"/>
                </a:solidFill>
                <a:latin typeface="Aptos Display"/>
                <a:ea typeface="Aptos Display"/>
                <a:cs typeface="Aptos Display"/>
              </a:rPr>
              <a:t>CÂU HỎI CỦA BẠN</a:t>
            </a:r>
          </a:p>
        </p:txBody>
      </p:sp>
      <p:sp>
        <p:nvSpPr>
          <p:cNvPr id="4" name="body-copy">
            <a:extLst>
              <a:ext uri="{FF2B5EF4-FFF2-40B4-BE49-F238E27FC236}">
                <a16:creationId xmlns:a16="http://schemas.microsoft.com/office/drawing/2014/main" id="{85BC1D1B-C37D-4709-9322-B2983E3902E1}"/>
              </a:ext>
            </a:extLst>
          </p:cNvPr>
          <p:cNvSpPr>
            <a:spLocks noGrp="1"/>
          </p:cNvSpPr>
          <p:nvPr/>
        </p:nvSpPr>
        <p:spPr>
          <a:xfrm>
            <a:off x="1143000" y="2483874"/>
            <a:ext cx="7372350" cy="3219450"/>
          </a:xfrm>
          <a:prstGeom prst="rect">
            <a:avLst/>
          </a:prstGeom>
          <a:noFill/>
          <a:ln w="0">
            <a:noFill/>
            <a:prstDash val="solid"/>
          </a:ln>
        </p:spPr>
        <p:txBody>
          <a:bodyPr lIns="57150" tIns="38100" rIns="57150" bIns="38100" anchor="t">
            <a:normAutofit/>
          </a:bodyPr>
          <a:lstStyle/>
          <a:p>
            <a:pPr marL="342912" indent="-342900" algn="l">
              <a:lnSpc>
                <a:spcPct val="200000"/>
              </a:lnSpc>
              <a:spcAft>
                <a:spcPts val="7"/>
              </a:spcAft>
              <a:buFont typeface="Arial" panose="020B0604020202020204" pitchFamily="34" charset="0"/>
              <a:buChar char="•"/>
              <a:defRPr sz="2250" b="0">
                <a:solidFill>
                  <a:srgbClr val="061E4A"/>
                </a:solidFill>
                <a:latin typeface="Aptos"/>
                <a:ea typeface="Aptos"/>
                <a:cs typeface="Aptos"/>
              </a:defRPr>
            </a:pPr>
            <a:r>
              <a:rPr lang="vi-VN" sz="2250" b="1" dirty="0">
                <a:solidFill>
                  <a:srgbClr val="061E4A"/>
                </a:solidFill>
                <a:latin typeface="Aptos"/>
                <a:ea typeface="Aptos"/>
                <a:cs typeface="Aptos"/>
              </a:rPr>
              <a:t>BAO NHIÊU BÀI 1 NGÀY?</a:t>
            </a:r>
            <a:endParaRPr lang="en-US" sz="2250" b="1" dirty="0">
              <a:solidFill>
                <a:srgbClr val="061E4A"/>
              </a:solidFill>
              <a:latin typeface="Aptos"/>
              <a:ea typeface="Aptos"/>
              <a:cs typeface="Aptos"/>
            </a:endParaRPr>
          </a:p>
          <a:p>
            <a:pPr marL="342912" indent="-342900" algn="l">
              <a:lnSpc>
                <a:spcPct val="200000"/>
              </a:lnSpc>
              <a:spcAft>
                <a:spcPts val="7"/>
              </a:spcAft>
              <a:buFont typeface="Arial" panose="020B0604020202020204" pitchFamily="34" charset="0"/>
              <a:buChar char="•"/>
              <a:defRPr sz="2250" b="0">
                <a:solidFill>
                  <a:srgbClr val="061E4A"/>
                </a:solidFill>
                <a:latin typeface="Aptos"/>
                <a:ea typeface="Aptos"/>
                <a:cs typeface="Aptos"/>
              </a:defRPr>
            </a:pPr>
            <a:r>
              <a:rPr lang="vi-VN" sz="2250" b="1" dirty="0">
                <a:solidFill>
                  <a:srgbClr val="061E4A"/>
                </a:solidFill>
                <a:latin typeface="Aptos"/>
                <a:ea typeface="Aptos"/>
                <a:cs typeface="Aptos"/>
              </a:rPr>
              <a:t>BAO LÂU THÌ LÀM RA 1 BÀI?</a:t>
            </a:r>
            <a:endParaRPr lang="en-US" sz="2250" b="1" dirty="0">
              <a:solidFill>
                <a:srgbClr val="061E4A"/>
              </a:solidFill>
              <a:latin typeface="Aptos"/>
              <a:ea typeface="Aptos"/>
              <a:cs typeface="Aptos"/>
            </a:endParaRPr>
          </a:p>
          <a:p>
            <a:pPr marL="342912" indent="-342900" algn="l">
              <a:lnSpc>
                <a:spcPct val="200000"/>
              </a:lnSpc>
              <a:spcAft>
                <a:spcPts val="7"/>
              </a:spcAft>
              <a:buFont typeface="Arial" panose="020B0604020202020204" pitchFamily="34" charset="0"/>
              <a:buChar char="•"/>
              <a:defRPr sz="2250" b="0">
                <a:solidFill>
                  <a:srgbClr val="061E4A"/>
                </a:solidFill>
                <a:latin typeface="Aptos"/>
                <a:ea typeface="Aptos"/>
                <a:cs typeface="Aptos"/>
              </a:defRPr>
            </a:pPr>
            <a:r>
              <a:rPr lang="vi-VN" sz="2250" b="1" dirty="0">
                <a:solidFill>
                  <a:srgbClr val="061E4A"/>
                </a:solidFill>
                <a:latin typeface="Aptos"/>
                <a:ea typeface="Aptos"/>
                <a:cs typeface="Aptos"/>
              </a:rPr>
              <a:t>TÔI CÓ LÀM ĐƯỢC KHÔNG?</a:t>
            </a:r>
          </a:p>
        </p:txBody>
      </p:sp>
      <p:sp>
        <p:nvSpPr>
          <p:cNvPr id="5" name="icon-badge-infinity">
            <a:extLst>
              <a:ext uri="{FF2B5EF4-FFF2-40B4-BE49-F238E27FC236}">
                <a16:creationId xmlns:a16="http://schemas.microsoft.com/office/drawing/2014/main" id="{0650FC73-B7F9-455A-826B-8FCDF88ED554}"/>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67002240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6E9C4464-F288-4A78-81D1-A62F7FE1DAF0}"/>
              </a:ext>
            </a:extLst>
          </p:cNvPr>
          <p:cNvSpPr>
            <a:spLocks noGrp="1"/>
          </p:cNvSpPr>
          <p:nvPr/>
        </p:nvSpPr>
        <p:spPr>
          <a:xfrm>
            <a:off x="685800" y="1304925"/>
            <a:ext cx="10749116"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D2331BB0-EFE6-4F3B-939E-E5F64D7D48EB}"/>
              </a:ext>
            </a:extLst>
          </p:cNvPr>
          <p:cNvSpPr>
            <a:spLocks noGrp="1"/>
          </p:cNvSpPr>
          <p:nvPr/>
        </p:nvSpPr>
        <p:spPr>
          <a:xfrm>
            <a:off x="685800" y="1619250"/>
            <a:ext cx="6304935" cy="2883924"/>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85913B37-51B2-4ECD-AAC0-96E339CD77FC}"/>
              </a:ext>
            </a:extLst>
          </p:cNvPr>
          <p:cNvSpPr>
            <a:spLocks noGrp="1"/>
          </p:cNvSpPr>
          <p:nvPr/>
        </p:nvSpPr>
        <p:spPr>
          <a:xfrm>
            <a:off x="685800" y="495300"/>
            <a:ext cx="10749116" cy="742950"/>
          </a:xfrm>
          <a:prstGeom prst="rect">
            <a:avLst/>
          </a:prstGeom>
          <a:noFill/>
          <a:ln w="0">
            <a:noFill/>
            <a:prstDash val="solid"/>
          </a:ln>
        </p:spPr>
        <p:txBody>
          <a:bodyPr lIns="57150" tIns="38100" rIns="57150" bIns="38100" anchor="ctr">
            <a:normAutofit fontScale="70899" lnSpcReduction="20000"/>
          </a:bodyPr>
          <a:lstStyle/>
          <a:p>
            <a:pPr marL="0" indent="0" algn="l">
              <a:lnSpc>
                <a:spcPct val="100000"/>
              </a:lnSpc>
              <a:spcAft>
                <a:spcPts val="4"/>
              </a:spcAft>
              <a:buNone/>
              <a:defRPr sz="3600" b="1">
                <a:solidFill>
                  <a:srgbClr val="FFFFFF"/>
                </a:solidFill>
                <a:latin typeface="Aptos Display"/>
                <a:ea typeface="Aptos Display"/>
                <a:cs typeface="Aptos Display"/>
              </a:defRPr>
            </a:pPr>
            <a:r>
              <a:rPr lang="en-US" sz="3600" b="1" dirty="0">
                <a:solidFill>
                  <a:srgbClr val="FFFFFF"/>
                </a:solidFill>
                <a:latin typeface="Aptos Display"/>
                <a:ea typeface="Aptos Display"/>
                <a:cs typeface="Aptos Display"/>
              </a:rPr>
              <a:t>CHÚNG TÔI ĐÃ BỎ RẤT NHIỀU CÔNG SỨC VÀ TIỀN BẠC ĐỂ CHỈ CHO BẠN</a:t>
            </a:r>
          </a:p>
        </p:txBody>
      </p:sp>
      <p:sp>
        <p:nvSpPr>
          <p:cNvPr id="4" name="body-copy">
            <a:extLst>
              <a:ext uri="{FF2B5EF4-FFF2-40B4-BE49-F238E27FC236}">
                <a16:creationId xmlns:a16="http://schemas.microsoft.com/office/drawing/2014/main" id="{86CB1569-0CCA-4961-A53B-FC9C8275F89A}"/>
              </a:ext>
            </a:extLst>
          </p:cNvPr>
          <p:cNvSpPr>
            <a:spLocks noGrp="1"/>
          </p:cNvSpPr>
          <p:nvPr/>
        </p:nvSpPr>
        <p:spPr>
          <a:xfrm>
            <a:off x="1028700" y="1943100"/>
            <a:ext cx="7923634" cy="3219450"/>
          </a:xfrm>
          <a:prstGeom prst="rect">
            <a:avLst/>
          </a:prstGeom>
          <a:noFill/>
          <a:ln w="0">
            <a:noFill/>
            <a:prstDash val="solid"/>
          </a:ln>
        </p:spPr>
        <p:txBody>
          <a:bodyPr lIns="57150" tIns="38100" rIns="57150" bIns="38100" anchor="t">
            <a:normAutofit/>
          </a:bodyPr>
          <a:lstStyle/>
          <a:p>
            <a:pPr marL="342912" indent="-342900" algn="l">
              <a:lnSpc>
                <a:spcPct val="200000"/>
              </a:lnSpc>
              <a:spcAft>
                <a:spcPts val="7"/>
              </a:spcAft>
              <a:buFont typeface="Arial" panose="020B0604020202020204" pitchFamily="34" charset="0"/>
              <a:buChar char="•"/>
              <a:defRPr sz="2250" b="1">
                <a:solidFill>
                  <a:srgbClr val="061E4A"/>
                </a:solidFill>
                <a:latin typeface="Aptos"/>
                <a:ea typeface="Aptos"/>
                <a:cs typeface="Aptos"/>
              </a:defRPr>
            </a:pPr>
            <a:r>
              <a:rPr lang="vi-VN" sz="2250" b="1" dirty="0">
                <a:solidFill>
                  <a:srgbClr val="061E4A"/>
                </a:solidFill>
                <a:latin typeface="Aptos"/>
                <a:ea typeface="Aptos"/>
                <a:cs typeface="Aptos"/>
              </a:rPr>
              <a:t>KHÔNG AI TỰ BIẾT</a:t>
            </a:r>
            <a:endParaRPr lang="en-US" sz="2250" b="1" dirty="0">
              <a:solidFill>
                <a:srgbClr val="061E4A"/>
              </a:solidFill>
              <a:latin typeface="Aptos"/>
              <a:ea typeface="Aptos"/>
              <a:cs typeface="Aptos"/>
            </a:endParaRPr>
          </a:p>
          <a:p>
            <a:pPr marL="342912" indent="-342900" algn="l">
              <a:lnSpc>
                <a:spcPct val="200000"/>
              </a:lnSpc>
              <a:spcAft>
                <a:spcPts val="7"/>
              </a:spcAft>
              <a:buFont typeface="Arial" panose="020B0604020202020204" pitchFamily="34" charset="0"/>
              <a:buChar char="•"/>
              <a:defRPr sz="2250" b="1">
                <a:solidFill>
                  <a:srgbClr val="061E4A"/>
                </a:solidFill>
                <a:latin typeface="Aptos"/>
                <a:ea typeface="Aptos"/>
                <a:cs typeface="Aptos"/>
              </a:defRPr>
            </a:pPr>
            <a:r>
              <a:rPr lang="vi-VN" sz="2250" b="1" dirty="0">
                <a:solidFill>
                  <a:srgbClr val="061E4A"/>
                </a:solidFill>
                <a:latin typeface="Aptos"/>
                <a:ea typeface="Aptos"/>
                <a:cs typeface="Aptos"/>
              </a:rPr>
              <a:t>ĐÓNG GÓI NHÂN BẢN CHO CỘNG ĐỒNG</a:t>
            </a:r>
            <a:endParaRPr lang="en-US" sz="2250" b="1" dirty="0">
              <a:solidFill>
                <a:srgbClr val="061E4A"/>
              </a:solidFill>
              <a:latin typeface="Aptos"/>
              <a:ea typeface="Aptos"/>
              <a:cs typeface="Aptos"/>
            </a:endParaRPr>
          </a:p>
          <a:p>
            <a:pPr marL="342912" indent="-342900" algn="l">
              <a:lnSpc>
                <a:spcPct val="200000"/>
              </a:lnSpc>
              <a:spcAft>
                <a:spcPts val="7"/>
              </a:spcAft>
              <a:buFont typeface="Arial" panose="020B0604020202020204" pitchFamily="34" charset="0"/>
              <a:buChar char="•"/>
              <a:defRPr sz="2250" b="1">
                <a:solidFill>
                  <a:srgbClr val="061E4A"/>
                </a:solidFill>
                <a:latin typeface="Aptos"/>
                <a:ea typeface="Aptos"/>
                <a:cs typeface="Aptos"/>
              </a:defRPr>
            </a:pPr>
            <a:r>
              <a:rPr lang="vi-VN" sz="2250" b="1" dirty="0">
                <a:solidFill>
                  <a:srgbClr val="061E4A"/>
                </a:solidFill>
                <a:latin typeface="Aptos"/>
                <a:ea typeface="Aptos"/>
                <a:cs typeface="Aptos"/>
              </a:rPr>
              <a:t>AI CŨNG LÀM ĐƯỢC</a:t>
            </a:r>
          </a:p>
        </p:txBody>
      </p:sp>
      <p:sp>
        <p:nvSpPr>
          <p:cNvPr id="5" name="icon-badge-server-cog">
            <a:extLst>
              <a:ext uri="{FF2B5EF4-FFF2-40B4-BE49-F238E27FC236}">
                <a16:creationId xmlns:a16="http://schemas.microsoft.com/office/drawing/2014/main" id="{7ECBDF76-AEE5-4FC6-9C5C-8839F7C754A3}"/>
              </a:ext>
            </a:extLst>
          </p:cNvPr>
          <p:cNvSpPr>
            <a:spLocks noGrp="1"/>
          </p:cNvSpPr>
          <p:nvPr/>
        </p:nvSpPr>
        <p:spPr>
          <a:xfrm>
            <a:off x="9620250" y="2343150"/>
            <a:ext cx="1535588"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829218" cy="771525"/>
          </a:xfrm>
          <a:prstGeom prst="rect">
            <a:avLst/>
          </a:prstGeom>
        </p:spPr>
      </p:pic>
    </p:spTree>
    <p:extLst>
      <p:ext uri="{BB962C8B-B14F-4D97-AF65-F5344CB8AC3E}">
        <p14:creationId xmlns:p14="http://schemas.microsoft.com/office/powerpoint/2010/main" val="256057021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13DD49C6-2BFC-441C-A35E-F63C55646756}"/>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98DBBB8C-E1F1-4CC3-B9B7-D70E3A9708C7}"/>
              </a:ext>
            </a:extLst>
          </p:cNvPr>
          <p:cNvSpPr>
            <a:spLocks noGrp="1"/>
          </p:cNvSpPr>
          <p:nvPr/>
        </p:nvSpPr>
        <p:spPr>
          <a:xfrm>
            <a:off x="685800" y="1619250"/>
            <a:ext cx="8058150" cy="3886200"/>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9F6A07EC-41E4-4AEE-96E2-5986053FF120}"/>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en-US" sz="3900" b="1" dirty="0">
                <a:solidFill>
                  <a:srgbClr val="FFFFFF"/>
                </a:solidFill>
                <a:latin typeface="Aptos Display"/>
                <a:ea typeface="Aptos Display"/>
                <a:cs typeface="Aptos Display"/>
              </a:rPr>
              <a:t>BẠN CŨNG CÓ THỂ ĐÓNG GÓI QUY TRÌNH</a:t>
            </a:r>
          </a:p>
        </p:txBody>
      </p:sp>
      <p:sp>
        <p:nvSpPr>
          <p:cNvPr id="4" name="body-copy">
            <a:extLst>
              <a:ext uri="{FF2B5EF4-FFF2-40B4-BE49-F238E27FC236}">
                <a16:creationId xmlns:a16="http://schemas.microsoft.com/office/drawing/2014/main" id="{F6A03026-1B2C-4195-BE4E-27E51E111804}"/>
              </a:ext>
            </a:extLst>
          </p:cNvPr>
          <p:cNvSpPr>
            <a:spLocks noGrp="1"/>
          </p:cNvSpPr>
          <p:nvPr/>
        </p:nvSpPr>
        <p:spPr>
          <a:xfrm>
            <a:off x="1028700" y="1943100"/>
            <a:ext cx="7372350" cy="3219450"/>
          </a:xfrm>
          <a:prstGeom prst="rect">
            <a:avLst/>
          </a:prstGeom>
          <a:noFill/>
          <a:ln w="0">
            <a:noFill/>
            <a:prstDash val="solid"/>
          </a:ln>
        </p:spPr>
        <p:txBody>
          <a:bodyPr lIns="57150" tIns="38100" rIns="57150" bIns="38100" anchor="t">
            <a:normAutofit/>
          </a:bodyPr>
          <a:lstStyle/>
          <a:p>
            <a:pPr marL="285762" indent="-285750" algn="l">
              <a:lnSpc>
                <a:spcPct val="150000"/>
              </a:lnSpc>
              <a:spcAft>
                <a:spcPts val="7"/>
              </a:spcAft>
              <a:buFont typeface="Arial" panose="020B0604020202020204" pitchFamily="34" charset="0"/>
              <a:buChar char="•"/>
              <a:defRPr sz="1725" b="0">
                <a:solidFill>
                  <a:srgbClr val="061E4A"/>
                </a:solidFill>
                <a:latin typeface="Aptos"/>
                <a:ea typeface="Aptos"/>
                <a:cs typeface="Aptos"/>
              </a:defRPr>
            </a:pPr>
            <a:r>
              <a:rPr lang="vi-VN" sz="2300" b="1" dirty="0">
                <a:solidFill>
                  <a:srgbClr val="061E4A"/>
                </a:solidFill>
                <a:latin typeface="Aptos"/>
                <a:ea typeface="Aptos"/>
                <a:cs typeface="Aptos"/>
              </a:rPr>
              <a:t>BỘ CÂU HỎI ĐÀO SÂU CHÂN DUNG KHÁCH HÀNG</a:t>
            </a:r>
            <a:endParaRPr lang="en-US" sz="2300" b="1" dirty="0">
              <a:solidFill>
                <a:srgbClr val="061E4A"/>
              </a:solidFill>
              <a:latin typeface="Aptos"/>
              <a:ea typeface="Aptos"/>
              <a:cs typeface="Aptos"/>
            </a:endParaRPr>
          </a:p>
          <a:p>
            <a:pPr marL="285762" indent="-285750" algn="l">
              <a:lnSpc>
                <a:spcPct val="150000"/>
              </a:lnSpc>
              <a:spcAft>
                <a:spcPts val="7"/>
              </a:spcAft>
              <a:buFont typeface="Arial" panose="020B0604020202020204" pitchFamily="34" charset="0"/>
              <a:buChar char="•"/>
              <a:defRPr sz="1725" b="0">
                <a:solidFill>
                  <a:srgbClr val="061E4A"/>
                </a:solidFill>
                <a:latin typeface="Aptos"/>
                <a:ea typeface="Aptos"/>
                <a:cs typeface="Aptos"/>
              </a:defRPr>
            </a:pPr>
            <a:r>
              <a:rPr lang="vi-VN" sz="2300" b="1" dirty="0">
                <a:solidFill>
                  <a:srgbClr val="061E4A"/>
                </a:solidFill>
                <a:latin typeface="Aptos"/>
                <a:ea typeface="Aptos"/>
                <a:cs typeface="Aptos"/>
              </a:rPr>
              <a:t>5 BƯỚC TÌM DANH SÁCH KHÁCH HÀNG TIỀM NĂNG</a:t>
            </a:r>
            <a:endParaRPr lang="en-US" sz="2300" b="1" dirty="0">
              <a:solidFill>
                <a:srgbClr val="061E4A"/>
              </a:solidFill>
              <a:latin typeface="Aptos"/>
              <a:ea typeface="Aptos"/>
              <a:cs typeface="Aptos"/>
            </a:endParaRPr>
          </a:p>
          <a:p>
            <a:pPr marL="285762" indent="-285750" algn="l">
              <a:lnSpc>
                <a:spcPct val="150000"/>
              </a:lnSpc>
              <a:spcAft>
                <a:spcPts val="7"/>
              </a:spcAft>
              <a:buFont typeface="Arial" panose="020B0604020202020204" pitchFamily="34" charset="0"/>
              <a:buChar char="•"/>
              <a:defRPr sz="1725" b="0">
                <a:solidFill>
                  <a:srgbClr val="061E4A"/>
                </a:solidFill>
                <a:latin typeface="Aptos"/>
                <a:ea typeface="Aptos"/>
                <a:cs typeface="Aptos"/>
              </a:defRPr>
            </a:pPr>
            <a:r>
              <a:rPr lang="vi-VN" sz="2300" b="1" dirty="0">
                <a:solidFill>
                  <a:srgbClr val="061E4A"/>
                </a:solidFill>
                <a:latin typeface="Aptos"/>
                <a:ea typeface="Aptos"/>
                <a:cs typeface="Aptos"/>
              </a:rPr>
              <a:t>SẢN XUẤT NỘI DUNG HÀNG LOẠT KHÔNG GIỚI HẠN, CHỈ CẦN ĐÚNG THUẬT TOÁN</a:t>
            </a:r>
            <a:endParaRPr lang="en-US" sz="2300" b="1" dirty="0">
              <a:solidFill>
                <a:srgbClr val="061E4A"/>
              </a:solidFill>
              <a:latin typeface="Aptos"/>
              <a:ea typeface="Aptos"/>
              <a:cs typeface="Aptos"/>
            </a:endParaRPr>
          </a:p>
          <a:p>
            <a:pPr marL="285762" indent="-285750" algn="l">
              <a:lnSpc>
                <a:spcPct val="150000"/>
              </a:lnSpc>
              <a:spcAft>
                <a:spcPts val="7"/>
              </a:spcAft>
              <a:buFont typeface="Arial" panose="020B0604020202020204" pitchFamily="34" charset="0"/>
              <a:buChar char="•"/>
              <a:defRPr sz="1725" b="0">
                <a:solidFill>
                  <a:srgbClr val="061E4A"/>
                </a:solidFill>
                <a:latin typeface="Aptos"/>
                <a:ea typeface="Aptos"/>
                <a:cs typeface="Aptos"/>
              </a:defRPr>
            </a:pPr>
            <a:r>
              <a:rPr lang="vi-VN" sz="2300" b="1" dirty="0">
                <a:solidFill>
                  <a:srgbClr val="061E4A"/>
                </a:solidFill>
                <a:latin typeface="Aptos"/>
                <a:ea typeface="Aptos"/>
                <a:cs typeface="Aptos"/>
              </a:rPr>
              <a:t>ĐƯA NỘI DUNG VÀO ĐĂNG VỚI TỶ LỆ PHÙ HỢP THÌ TẠO RA KẾT QUẢ</a:t>
            </a:r>
          </a:p>
        </p:txBody>
      </p:sp>
      <p:sp>
        <p:nvSpPr>
          <p:cNvPr id="5" name="icon-badge-chart-column-increasing">
            <a:extLst>
              <a:ext uri="{FF2B5EF4-FFF2-40B4-BE49-F238E27FC236}">
                <a16:creationId xmlns:a16="http://schemas.microsoft.com/office/drawing/2014/main" id="{CE89E494-3E33-4DF0-BF1B-983F0901BBC5}"/>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329267641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81AF671C-EE57-4FA6-8E8E-5BA4C753A816}"/>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77BE3BE1-1D60-4B5A-8865-F9BABFC75233}"/>
              </a:ext>
            </a:extLst>
          </p:cNvPr>
          <p:cNvSpPr>
            <a:spLocks noGrp="1"/>
          </p:cNvSpPr>
          <p:nvPr/>
        </p:nvSpPr>
        <p:spPr>
          <a:xfrm>
            <a:off x="685800" y="1619250"/>
            <a:ext cx="8058150" cy="3886200"/>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4869A6D6-42B8-4354-B444-79B8BD3DDC19}"/>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vi-VN" sz="3900" b="1" dirty="0">
                <a:solidFill>
                  <a:srgbClr val="FFFFFF"/>
                </a:solidFill>
                <a:latin typeface="Aptos Display"/>
                <a:ea typeface="Aptos Display"/>
                <a:cs typeface="Aptos Display"/>
              </a:rPr>
              <a:t>LƯU Ý QUAN TRỌNG</a:t>
            </a:r>
          </a:p>
        </p:txBody>
      </p:sp>
      <p:sp>
        <p:nvSpPr>
          <p:cNvPr id="4" name="body-copy">
            <a:extLst>
              <a:ext uri="{FF2B5EF4-FFF2-40B4-BE49-F238E27FC236}">
                <a16:creationId xmlns:a16="http://schemas.microsoft.com/office/drawing/2014/main" id="{71B3C83C-1C82-418F-A6E1-A1A16D3CD81F}"/>
              </a:ext>
            </a:extLst>
          </p:cNvPr>
          <p:cNvSpPr>
            <a:spLocks noGrp="1"/>
          </p:cNvSpPr>
          <p:nvPr/>
        </p:nvSpPr>
        <p:spPr>
          <a:xfrm>
            <a:off x="1028700" y="1943100"/>
            <a:ext cx="7372350" cy="3219450"/>
          </a:xfrm>
          <a:prstGeom prst="rect">
            <a:avLst/>
          </a:prstGeom>
          <a:noFill/>
          <a:ln w="0">
            <a:noFill/>
            <a:prstDash val="solid"/>
          </a:ln>
        </p:spPr>
        <p:txBody>
          <a:bodyPr lIns="57150" tIns="38100" rIns="57150" bIns="38100" anchor="t">
            <a:normAutofit/>
          </a:bodyPr>
          <a:lstStyle/>
          <a:p>
            <a:pPr marL="457212" indent="-457200" algn="l">
              <a:lnSpc>
                <a:spcPct val="110000"/>
              </a:lnSpc>
              <a:spcAft>
                <a:spcPts val="7"/>
              </a:spcAft>
              <a:buFont typeface="Arial" panose="020B0604020202020204" pitchFamily="34" charset="0"/>
              <a:buChar char="•"/>
              <a:defRPr sz="2550" b="1">
                <a:solidFill>
                  <a:srgbClr val="061E4A"/>
                </a:solidFill>
                <a:latin typeface="Aptos"/>
                <a:ea typeface="Aptos"/>
                <a:cs typeface="Aptos"/>
              </a:defRPr>
            </a:pPr>
            <a:r>
              <a:rPr lang="en-US" sz="2550" b="1" dirty="0">
                <a:solidFill>
                  <a:srgbClr val="061E4A"/>
                </a:solidFill>
                <a:latin typeface="Aptos"/>
                <a:ea typeface="Aptos"/>
                <a:cs typeface="Aptos"/>
              </a:rPr>
              <a:t>KHÔNG CÓ CỘNG ĐỒNG</a:t>
            </a:r>
          </a:p>
          <a:p>
            <a:pPr marL="457212" indent="-457200" algn="l">
              <a:lnSpc>
                <a:spcPct val="110000"/>
              </a:lnSpc>
              <a:spcAft>
                <a:spcPts val="7"/>
              </a:spcAft>
              <a:buFont typeface="Arial" panose="020B0604020202020204" pitchFamily="34" charset="0"/>
              <a:buChar char="•"/>
              <a:defRPr sz="2550" b="1">
                <a:solidFill>
                  <a:srgbClr val="061E4A"/>
                </a:solidFill>
                <a:latin typeface="Aptos"/>
                <a:ea typeface="Aptos"/>
                <a:cs typeface="Aptos"/>
              </a:defRPr>
            </a:pPr>
            <a:r>
              <a:rPr lang="en-US" sz="2550" b="1" dirty="0">
                <a:solidFill>
                  <a:srgbClr val="061E4A"/>
                </a:solidFill>
                <a:latin typeface="Aptos"/>
                <a:ea typeface="Aptos"/>
                <a:cs typeface="Aptos"/>
              </a:rPr>
              <a:t>KHÔNG LÀM NỘI DUNG</a:t>
            </a:r>
          </a:p>
          <a:p>
            <a:pPr marL="457212" indent="-457200" algn="l">
              <a:lnSpc>
                <a:spcPct val="110000"/>
              </a:lnSpc>
              <a:spcAft>
                <a:spcPts val="7"/>
              </a:spcAft>
              <a:buFont typeface="Arial" panose="020B0604020202020204" pitchFamily="34" charset="0"/>
              <a:buChar char="•"/>
              <a:defRPr sz="2550" b="1">
                <a:solidFill>
                  <a:srgbClr val="061E4A"/>
                </a:solidFill>
                <a:latin typeface="Aptos"/>
                <a:ea typeface="Aptos"/>
                <a:cs typeface="Aptos"/>
              </a:defRPr>
            </a:pPr>
            <a:endParaRPr lang="en-US" sz="2550" b="1" dirty="0">
              <a:solidFill>
                <a:srgbClr val="061E4A"/>
              </a:solidFill>
              <a:latin typeface="Aptos"/>
              <a:ea typeface="Aptos"/>
              <a:cs typeface="Aptos"/>
            </a:endParaRPr>
          </a:p>
          <a:p>
            <a:pPr marL="24" indent="-12" algn="l">
              <a:lnSpc>
                <a:spcPct val="110000"/>
              </a:lnSpc>
              <a:spcAft>
                <a:spcPts val="7"/>
              </a:spcAft>
              <a:buNone/>
              <a:defRPr sz="2550" b="1">
                <a:solidFill>
                  <a:srgbClr val="061E4A"/>
                </a:solidFill>
                <a:latin typeface="Aptos"/>
                <a:ea typeface="Aptos"/>
                <a:cs typeface="Aptos"/>
              </a:defRPr>
            </a:pPr>
            <a:r>
              <a:rPr lang="en-US" sz="2550" b="1" dirty="0">
                <a:solidFill>
                  <a:srgbClr val="061E4A"/>
                </a:solidFill>
                <a:latin typeface="Aptos"/>
                <a:ea typeface="Aptos"/>
                <a:cs typeface="Aptos"/>
              </a:rPr>
              <a:t>-&gt; </a:t>
            </a:r>
            <a:r>
              <a:rPr lang="en-US" sz="2800" b="1" dirty="0">
                <a:solidFill>
                  <a:srgbClr val="061E4A"/>
                </a:solidFill>
                <a:latin typeface="Aptos"/>
                <a:ea typeface="Aptos"/>
                <a:cs typeface="Aptos"/>
              </a:rPr>
              <a:t>KHÔNG CÓ GÌ CẢ</a:t>
            </a:r>
          </a:p>
        </p:txBody>
      </p:sp>
      <p:sp>
        <p:nvSpPr>
          <p:cNvPr id="5" name="icon-badge-split">
            <a:extLst>
              <a:ext uri="{FF2B5EF4-FFF2-40B4-BE49-F238E27FC236}">
                <a16:creationId xmlns:a16="http://schemas.microsoft.com/office/drawing/2014/main" id="{7BB20106-7103-48C1-94F5-B294748DFB43}"/>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182080256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0F714FA2-F32C-4C8D-99EB-536ADE6182FD}"/>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99D739EA-ABEE-4957-90AA-B5ADA9C4A01D}"/>
              </a:ext>
            </a:extLst>
          </p:cNvPr>
          <p:cNvSpPr>
            <a:spLocks noGrp="1"/>
          </p:cNvSpPr>
          <p:nvPr/>
        </p:nvSpPr>
        <p:spPr>
          <a:xfrm>
            <a:off x="685800" y="1619250"/>
            <a:ext cx="8058150" cy="3886200"/>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EFC57CE7-1A90-4778-B8AA-0F9C484922B6}"/>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en-US" sz="3900" b="1" dirty="0">
                <a:solidFill>
                  <a:srgbClr val="FFFFFF"/>
                </a:solidFill>
                <a:latin typeface="Aptos Display"/>
                <a:ea typeface="Aptos Display"/>
                <a:cs typeface="Aptos Display"/>
              </a:rPr>
              <a:t>BÍ MẬT LÀ</a:t>
            </a:r>
          </a:p>
        </p:txBody>
      </p:sp>
      <p:sp>
        <p:nvSpPr>
          <p:cNvPr id="4" name="body-copy">
            <a:extLst>
              <a:ext uri="{FF2B5EF4-FFF2-40B4-BE49-F238E27FC236}">
                <a16:creationId xmlns:a16="http://schemas.microsoft.com/office/drawing/2014/main" id="{9F34925C-9E52-4130-9320-3F9828BE02F4}"/>
              </a:ext>
            </a:extLst>
          </p:cNvPr>
          <p:cNvSpPr>
            <a:spLocks noGrp="1"/>
          </p:cNvSpPr>
          <p:nvPr/>
        </p:nvSpPr>
        <p:spPr>
          <a:xfrm>
            <a:off x="1028700" y="1943100"/>
            <a:ext cx="7372350" cy="3219450"/>
          </a:xfrm>
          <a:prstGeom prst="rect">
            <a:avLst/>
          </a:prstGeom>
          <a:noFill/>
          <a:ln w="0">
            <a:noFill/>
            <a:prstDash val="solid"/>
          </a:ln>
        </p:spPr>
        <p:txBody>
          <a:bodyPr lIns="57150" tIns="38100" rIns="57150" bIns="38100" anchor="ctr">
            <a:normAutofit/>
          </a:bodyPr>
          <a:lstStyle/>
          <a:p>
            <a:pPr marL="342900" indent="-342900" algn="l">
              <a:lnSpc>
                <a:spcPct val="110000"/>
              </a:lnSpc>
              <a:spcAft>
                <a:spcPts val="4"/>
              </a:spcAft>
              <a:buFont typeface="Arial" panose="020B0604020202020204" pitchFamily="34" charset="0"/>
              <a:buChar char="•"/>
              <a:defRPr sz="2025" b="0">
                <a:solidFill>
                  <a:srgbClr val="061E4A"/>
                </a:solidFill>
                <a:latin typeface="Aptos"/>
                <a:ea typeface="Aptos"/>
                <a:cs typeface="Aptos"/>
              </a:defRPr>
            </a:pPr>
            <a:r>
              <a:rPr lang="en-US" sz="2025" b="1" dirty="0">
                <a:solidFill>
                  <a:srgbClr val="A87518"/>
                </a:solidFill>
                <a:latin typeface="Aptos"/>
                <a:ea typeface="Aptos"/>
                <a:cs typeface="Aptos"/>
              </a:rPr>
              <a:t>AI</a:t>
            </a:r>
            <a:r>
              <a:rPr lang="en-US" sz="2025" b="1" dirty="0">
                <a:solidFill>
                  <a:srgbClr val="061E4A"/>
                </a:solidFill>
                <a:latin typeface="Aptos"/>
                <a:ea typeface="Aptos"/>
                <a:cs typeface="Aptos"/>
              </a:rPr>
              <a:t> LÀM HỘ BẠN – BẠN LÀM ĐÚNG QUY TRÌNH CHỈ COPY VÀ DÁN LÀ CÓ KẾT QUẢ</a:t>
            </a:r>
          </a:p>
          <a:p>
            <a:pPr marL="342900" indent="-342900" algn="l">
              <a:lnSpc>
                <a:spcPct val="110000"/>
              </a:lnSpc>
              <a:spcAft>
                <a:spcPts val="4"/>
              </a:spcAft>
              <a:buFont typeface="Arial" panose="020B0604020202020204" pitchFamily="34" charset="0"/>
              <a:buChar char="•"/>
              <a:defRPr sz="2025" b="0">
                <a:solidFill>
                  <a:srgbClr val="061E4A"/>
                </a:solidFill>
                <a:latin typeface="Aptos"/>
                <a:ea typeface="Aptos"/>
                <a:cs typeface="Aptos"/>
              </a:defRPr>
            </a:pPr>
            <a:endParaRPr lang="en-US" sz="2025" b="1" dirty="0">
              <a:solidFill>
                <a:srgbClr val="061E4A"/>
              </a:solidFill>
              <a:latin typeface="Aptos"/>
              <a:ea typeface="Aptos"/>
              <a:cs typeface="Aptos"/>
            </a:endParaRPr>
          </a:p>
          <a:p>
            <a:pPr marL="342900" indent="-342900" algn="l">
              <a:lnSpc>
                <a:spcPct val="110000"/>
              </a:lnSpc>
              <a:spcAft>
                <a:spcPts val="4"/>
              </a:spcAft>
              <a:buFont typeface="Arial" panose="020B0604020202020204" pitchFamily="34" charset="0"/>
              <a:buChar char="•"/>
              <a:defRPr sz="2025" b="0">
                <a:solidFill>
                  <a:srgbClr val="061E4A"/>
                </a:solidFill>
                <a:latin typeface="Aptos"/>
                <a:ea typeface="Aptos"/>
                <a:cs typeface="Aptos"/>
              </a:defRPr>
            </a:pPr>
            <a:r>
              <a:rPr lang="en-US" sz="2025" b="1" dirty="0">
                <a:solidFill>
                  <a:srgbClr val="061E4A"/>
                </a:solidFill>
                <a:latin typeface="Aptos"/>
                <a:ea typeface="Aptos"/>
                <a:cs typeface="Aptos"/>
              </a:rPr>
              <a:t>THAY VÌ CHẠY THEO, CHÈO KÉO, HÃY XÂY 1 TRẠM HÚT CỘNG ĐỒNG TỰ ĐỘNG</a:t>
            </a:r>
          </a:p>
        </p:txBody>
      </p:sp>
      <p:sp>
        <p:nvSpPr>
          <p:cNvPr id="5" name="icon-badge-git-branch-plus">
            <a:extLst>
              <a:ext uri="{FF2B5EF4-FFF2-40B4-BE49-F238E27FC236}">
                <a16:creationId xmlns:a16="http://schemas.microsoft.com/office/drawing/2014/main" id="{F334EA7D-2331-478F-8E53-2681315CB927}"/>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371431826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742C7BF3-B8F3-4D8A-A962-8AD25C371C6F}"/>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50035F08-18F8-49C2-A616-390DB569486F}"/>
              </a:ext>
            </a:extLst>
          </p:cNvPr>
          <p:cNvSpPr>
            <a:spLocks noGrp="1"/>
          </p:cNvSpPr>
          <p:nvPr/>
        </p:nvSpPr>
        <p:spPr>
          <a:xfrm>
            <a:off x="685800" y="1619250"/>
            <a:ext cx="8058150" cy="2293987"/>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B69784AA-4C4D-4CE1-8F9B-3BDFA1AF7E90}"/>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en-US" sz="3900" b="1" dirty="0">
                <a:solidFill>
                  <a:srgbClr val="FFFFFF"/>
                </a:solidFill>
                <a:latin typeface="Aptos Display"/>
                <a:ea typeface="Aptos Display"/>
                <a:cs typeface="Aptos Display"/>
              </a:rPr>
              <a:t>CHÚNG TA ĐANG Ở ĐÂU</a:t>
            </a:r>
          </a:p>
        </p:txBody>
      </p:sp>
      <p:sp>
        <p:nvSpPr>
          <p:cNvPr id="4" name="body-copy">
            <a:extLst>
              <a:ext uri="{FF2B5EF4-FFF2-40B4-BE49-F238E27FC236}">
                <a16:creationId xmlns:a16="http://schemas.microsoft.com/office/drawing/2014/main" id="{D408F674-6B76-4113-8731-CE7590A31941}"/>
              </a:ext>
            </a:extLst>
          </p:cNvPr>
          <p:cNvSpPr>
            <a:spLocks noGrp="1"/>
          </p:cNvSpPr>
          <p:nvPr/>
        </p:nvSpPr>
        <p:spPr>
          <a:xfrm>
            <a:off x="1028700" y="1943100"/>
            <a:ext cx="7372350" cy="3219450"/>
          </a:xfrm>
          <a:prstGeom prst="rect">
            <a:avLst/>
          </a:prstGeom>
          <a:noFill/>
          <a:ln w="0">
            <a:noFill/>
            <a:prstDash val="solid"/>
          </a:ln>
        </p:spPr>
        <p:txBody>
          <a:bodyPr lIns="57150" tIns="38100" rIns="57150" bIns="38100" anchor="t">
            <a:normAutofit/>
          </a:bodyPr>
          <a:lstStyle/>
          <a:p>
            <a:pPr marL="342912" indent="-342900" algn="l">
              <a:lnSpc>
                <a:spcPct val="110000"/>
              </a:lnSpc>
              <a:spcAft>
                <a:spcPts val="7"/>
              </a:spcAft>
              <a:buFont typeface="Arial" panose="020B0604020202020204" pitchFamily="34" charset="0"/>
              <a:buChar char="•"/>
              <a:defRPr sz="2025" b="0">
                <a:solidFill>
                  <a:srgbClr val="061E4A"/>
                </a:solidFill>
                <a:latin typeface="Aptos"/>
                <a:ea typeface="Aptos"/>
                <a:cs typeface="Aptos"/>
              </a:defRPr>
            </a:pPr>
            <a:r>
              <a:rPr lang="en-US" sz="2025" b="1" dirty="0">
                <a:solidFill>
                  <a:srgbClr val="061E4A"/>
                </a:solidFill>
                <a:latin typeface="Aptos"/>
                <a:ea typeface="Aptos"/>
                <a:cs typeface="Aptos"/>
              </a:rPr>
              <a:t>NGÀY 1: HÚT ĐÁM ĐÔNG CHẾT ĐÓI THEO CÁCH MỚI</a:t>
            </a:r>
          </a:p>
          <a:p>
            <a:pPr marL="342912" indent="-342900" algn="l">
              <a:lnSpc>
                <a:spcPct val="110000"/>
              </a:lnSpc>
              <a:spcAft>
                <a:spcPts val="7"/>
              </a:spcAft>
              <a:buFont typeface="Arial" panose="020B0604020202020204" pitchFamily="34" charset="0"/>
              <a:buChar char="•"/>
              <a:defRPr sz="2025" b="0">
                <a:solidFill>
                  <a:srgbClr val="061E4A"/>
                </a:solidFill>
                <a:latin typeface="Aptos"/>
                <a:ea typeface="Aptos"/>
                <a:cs typeface="Aptos"/>
              </a:defRPr>
            </a:pPr>
            <a:endParaRPr lang="en-US" sz="2025" b="1" dirty="0">
              <a:solidFill>
                <a:srgbClr val="061E4A"/>
              </a:solidFill>
              <a:latin typeface="Aptos"/>
              <a:ea typeface="Aptos"/>
              <a:cs typeface="Aptos"/>
            </a:endParaRPr>
          </a:p>
          <a:p>
            <a:pPr marL="342912" indent="-342900" algn="l">
              <a:lnSpc>
                <a:spcPct val="110000"/>
              </a:lnSpc>
              <a:spcAft>
                <a:spcPts val="7"/>
              </a:spcAft>
              <a:buFont typeface="Arial" panose="020B0604020202020204" pitchFamily="34" charset="0"/>
              <a:buChar char="•"/>
              <a:defRPr sz="2025" b="0">
                <a:solidFill>
                  <a:srgbClr val="061E4A"/>
                </a:solidFill>
                <a:latin typeface="Aptos"/>
                <a:ea typeface="Aptos"/>
                <a:cs typeface="Aptos"/>
              </a:defRPr>
            </a:pPr>
            <a:r>
              <a:rPr lang="en-US" sz="2025" b="1" dirty="0">
                <a:solidFill>
                  <a:srgbClr val="061E4A"/>
                </a:solidFill>
                <a:latin typeface="Aptos"/>
                <a:ea typeface="Aptos"/>
                <a:cs typeface="Aptos"/>
              </a:rPr>
              <a:t>XÂY KÊNH CHUYÊN GIA, TẠO NỘI DUNG HÀNG LOẠT</a:t>
            </a:r>
          </a:p>
          <a:p>
            <a:pPr marL="342912" indent="-342900" algn="l">
              <a:lnSpc>
                <a:spcPct val="110000"/>
              </a:lnSpc>
              <a:spcAft>
                <a:spcPts val="7"/>
              </a:spcAft>
              <a:buFont typeface="Arial" panose="020B0604020202020204" pitchFamily="34" charset="0"/>
              <a:buChar char="•"/>
              <a:defRPr sz="2025" b="0">
                <a:solidFill>
                  <a:srgbClr val="061E4A"/>
                </a:solidFill>
                <a:latin typeface="Aptos"/>
                <a:ea typeface="Aptos"/>
                <a:cs typeface="Aptos"/>
              </a:defRPr>
            </a:pPr>
            <a:endParaRPr lang="en-US" sz="2025" b="1" dirty="0">
              <a:solidFill>
                <a:srgbClr val="061E4A"/>
              </a:solidFill>
              <a:latin typeface="Aptos"/>
              <a:ea typeface="Aptos"/>
              <a:cs typeface="Aptos"/>
            </a:endParaRPr>
          </a:p>
          <a:p>
            <a:pPr marL="342912" indent="-342900" algn="l">
              <a:lnSpc>
                <a:spcPct val="110000"/>
              </a:lnSpc>
              <a:spcAft>
                <a:spcPts val="7"/>
              </a:spcAft>
              <a:buFont typeface="Arial" panose="020B0604020202020204" pitchFamily="34" charset="0"/>
              <a:buChar char="•"/>
              <a:defRPr sz="2025" b="0">
                <a:solidFill>
                  <a:srgbClr val="061E4A"/>
                </a:solidFill>
                <a:latin typeface="Aptos"/>
                <a:ea typeface="Aptos"/>
                <a:cs typeface="Aptos"/>
              </a:defRPr>
            </a:pPr>
            <a:r>
              <a:rPr lang="en-US" sz="2025" b="1" dirty="0">
                <a:solidFill>
                  <a:srgbClr val="061E4A"/>
                </a:solidFill>
                <a:latin typeface="Aptos"/>
                <a:ea typeface="Aptos"/>
                <a:cs typeface="Aptos"/>
              </a:rPr>
              <a:t>HỘI TỤ ĐÁM ĐÔNG CHẾT ĐÓI</a:t>
            </a:r>
          </a:p>
        </p:txBody>
      </p:sp>
      <p:sp>
        <p:nvSpPr>
          <p:cNvPr id="5" name="icon-badge-book-open">
            <a:extLst>
              <a:ext uri="{FF2B5EF4-FFF2-40B4-BE49-F238E27FC236}">
                <a16:creationId xmlns:a16="http://schemas.microsoft.com/office/drawing/2014/main" id="{4C3973B0-9A2B-4A58-871A-9558B7695506}"/>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228686178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636AECBE-5AD2-4B0A-BACF-380E1B2BEAD4}"/>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C799CAB1-258B-4078-880F-BE389DAED6E2}"/>
              </a:ext>
            </a:extLst>
          </p:cNvPr>
          <p:cNvSpPr>
            <a:spLocks noGrp="1"/>
          </p:cNvSpPr>
          <p:nvPr/>
        </p:nvSpPr>
        <p:spPr>
          <a:xfrm>
            <a:off x="685800" y="1619250"/>
            <a:ext cx="8058150" cy="3886200"/>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CBD4ABA1-1EAA-4D90-BF02-A95B2397A8B8}"/>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vi-VN" sz="3900" b="1" dirty="0">
                <a:solidFill>
                  <a:srgbClr val="FFFFFF"/>
                </a:solidFill>
                <a:latin typeface="Aptos Display"/>
                <a:ea typeface="Aptos Display"/>
                <a:cs typeface="Aptos Display"/>
              </a:rPr>
              <a:t>LƯU Ý QUAN TRỌNG</a:t>
            </a:r>
          </a:p>
        </p:txBody>
      </p:sp>
      <p:sp>
        <p:nvSpPr>
          <p:cNvPr id="4" name="body-copy">
            <a:extLst>
              <a:ext uri="{FF2B5EF4-FFF2-40B4-BE49-F238E27FC236}">
                <a16:creationId xmlns:a16="http://schemas.microsoft.com/office/drawing/2014/main" id="{878D1A7A-1E46-4BDF-9539-0A147C8B5379}"/>
              </a:ext>
            </a:extLst>
          </p:cNvPr>
          <p:cNvSpPr>
            <a:spLocks noGrp="1"/>
          </p:cNvSpPr>
          <p:nvPr/>
        </p:nvSpPr>
        <p:spPr>
          <a:xfrm>
            <a:off x="1028700" y="1943100"/>
            <a:ext cx="7372350" cy="3219450"/>
          </a:xfrm>
          <a:prstGeom prst="rect">
            <a:avLst/>
          </a:prstGeom>
          <a:noFill/>
          <a:ln w="0">
            <a:noFill/>
            <a:prstDash val="solid"/>
          </a:ln>
        </p:spPr>
        <p:txBody>
          <a:bodyPr lIns="57150" tIns="38100" rIns="57150" bIns="38100" anchor="ctr">
            <a:normAutofit/>
          </a:bodyPr>
          <a:lstStyle/>
          <a:p>
            <a:pPr marL="342912" indent="-342900" algn="l">
              <a:lnSpc>
                <a:spcPct val="110000"/>
              </a:lnSpc>
              <a:spcAft>
                <a:spcPts val="7"/>
              </a:spcAft>
              <a:buFont typeface="Arial" panose="020B0604020202020204" pitchFamily="34" charset="0"/>
              <a:buChar char="•"/>
              <a:defRPr sz="2250" b="0">
                <a:solidFill>
                  <a:srgbClr val="061E4A"/>
                </a:solidFill>
                <a:latin typeface="Aptos"/>
                <a:ea typeface="Aptos"/>
                <a:cs typeface="Aptos"/>
              </a:defRPr>
            </a:pPr>
            <a:r>
              <a:rPr lang="vi-VN" sz="2250" b="1" dirty="0">
                <a:solidFill>
                  <a:srgbClr val="061E4A"/>
                </a:solidFill>
                <a:latin typeface="Aptos"/>
                <a:ea typeface="Aptos"/>
                <a:cs typeface="Aptos"/>
              </a:rPr>
              <a:t>KHÔNG HÀNH ĐỘNG THEO NGÀY 1: KHÔNG CÓ GÌ</a:t>
            </a:r>
            <a:endParaRPr lang="en-US" sz="2250" b="1" dirty="0">
              <a:solidFill>
                <a:srgbClr val="061E4A"/>
              </a:solidFill>
              <a:latin typeface="Aptos"/>
              <a:ea typeface="Aptos"/>
              <a:cs typeface="Aptos"/>
            </a:endParaRPr>
          </a:p>
          <a:p>
            <a:pPr marL="24" indent="-12" algn="l">
              <a:lnSpc>
                <a:spcPct val="110000"/>
              </a:lnSpc>
              <a:spcAft>
                <a:spcPts val="7"/>
              </a:spcAft>
              <a:buNone/>
              <a:defRPr sz="2250" b="0">
                <a:solidFill>
                  <a:srgbClr val="061E4A"/>
                </a:solidFill>
                <a:latin typeface="Aptos"/>
                <a:ea typeface="Aptos"/>
                <a:cs typeface="Aptos"/>
              </a:defRPr>
            </a:pPr>
            <a:endParaRPr lang="vi-VN" sz="2250" b="1" dirty="0">
              <a:solidFill>
                <a:srgbClr val="061E4A"/>
              </a:solidFill>
              <a:latin typeface="Aptos"/>
              <a:ea typeface="Aptos"/>
              <a:cs typeface="Aptos"/>
            </a:endParaRPr>
          </a:p>
          <a:p>
            <a:pPr marL="342912" indent="-342900" algn="l">
              <a:lnSpc>
                <a:spcPct val="110000"/>
              </a:lnSpc>
              <a:spcAft>
                <a:spcPts val="7"/>
              </a:spcAft>
              <a:buFont typeface="Arial" panose="020B0604020202020204" pitchFamily="34" charset="0"/>
              <a:buChar char="•"/>
              <a:defRPr sz="2250" b="0">
                <a:solidFill>
                  <a:srgbClr val="061E4A"/>
                </a:solidFill>
                <a:latin typeface="Aptos"/>
                <a:ea typeface="Aptos"/>
                <a:cs typeface="Aptos"/>
              </a:defRPr>
            </a:pPr>
            <a:r>
              <a:rPr lang="vi-VN" sz="2250" b="1" dirty="0">
                <a:solidFill>
                  <a:srgbClr val="061E4A"/>
                </a:solidFill>
                <a:latin typeface="Aptos"/>
                <a:ea typeface="Aptos"/>
                <a:cs typeface="Aptos"/>
              </a:rPr>
              <a:t>KHÔNG CÓ ĐÁM ĐÔNG TIỀM NĂNG → KHÔNG LỌC ĐƯỢC NGƯỜI PHÙ HỢP</a:t>
            </a:r>
          </a:p>
        </p:txBody>
      </p:sp>
      <p:sp>
        <p:nvSpPr>
          <p:cNvPr id="5" name="icon-badge-repeat-2">
            <a:extLst>
              <a:ext uri="{FF2B5EF4-FFF2-40B4-BE49-F238E27FC236}">
                <a16:creationId xmlns:a16="http://schemas.microsoft.com/office/drawing/2014/main" id="{9CADED4B-FE07-491D-91DB-3888C13CCBC6}"/>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423015860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3062D3AA-1643-4828-A6D7-3DE7AFB5EFAC}"/>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686F9535-E15D-442D-A980-5CDEC322A21F}"/>
              </a:ext>
            </a:extLst>
          </p:cNvPr>
          <p:cNvSpPr>
            <a:spLocks noGrp="1"/>
          </p:cNvSpPr>
          <p:nvPr/>
        </p:nvSpPr>
        <p:spPr>
          <a:xfrm>
            <a:off x="685800" y="1666875"/>
            <a:ext cx="8058150" cy="2924790"/>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C815A989-79E9-43D4-A572-9048BE215F4B}"/>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225" b="1">
                <a:solidFill>
                  <a:srgbClr val="FFFFFF"/>
                </a:solidFill>
                <a:latin typeface="Aptos Display"/>
                <a:ea typeface="Aptos Display"/>
                <a:cs typeface="Aptos Display"/>
              </a:defRPr>
            </a:pPr>
            <a:r>
              <a:rPr lang="en-US" sz="3225" b="1" dirty="0">
                <a:solidFill>
                  <a:srgbClr val="FFFFFF"/>
                </a:solidFill>
                <a:latin typeface="Aptos Display"/>
                <a:ea typeface="Aptos Display"/>
                <a:cs typeface="Aptos Display"/>
              </a:rPr>
              <a:t>ĐIỀU GÌ DIỄN RA KHI BẠN XÂY KÊNH CHUYÊN GIA?</a:t>
            </a:r>
          </a:p>
        </p:txBody>
      </p:sp>
      <p:sp>
        <p:nvSpPr>
          <p:cNvPr id="4" name="body-copy">
            <a:extLst>
              <a:ext uri="{FF2B5EF4-FFF2-40B4-BE49-F238E27FC236}">
                <a16:creationId xmlns:a16="http://schemas.microsoft.com/office/drawing/2014/main" id="{C16310AC-7D3D-4A7B-B914-F36BC1D8DE81}"/>
              </a:ext>
            </a:extLst>
          </p:cNvPr>
          <p:cNvSpPr>
            <a:spLocks noGrp="1"/>
          </p:cNvSpPr>
          <p:nvPr/>
        </p:nvSpPr>
        <p:spPr>
          <a:xfrm>
            <a:off x="1028700" y="1943100"/>
            <a:ext cx="7372350" cy="3219450"/>
          </a:xfrm>
          <a:prstGeom prst="rect">
            <a:avLst/>
          </a:prstGeom>
          <a:noFill/>
          <a:ln w="0">
            <a:noFill/>
            <a:prstDash val="solid"/>
          </a:ln>
        </p:spPr>
        <p:txBody>
          <a:bodyPr lIns="57150" tIns="38100" rIns="57150" bIns="38100" anchor="t">
            <a:normAutofit/>
          </a:bodyPr>
          <a:lstStyle/>
          <a:p>
            <a:pPr marL="342900" indent="-342900" algn="l">
              <a:lnSpc>
                <a:spcPct val="110000"/>
              </a:lnSpc>
              <a:spcAft>
                <a:spcPts val="4"/>
              </a:spcAft>
              <a:buFont typeface="Arial" panose="020B0604020202020204" pitchFamily="34" charset="0"/>
              <a:buChar char="•"/>
              <a:defRPr sz="1725" b="0">
                <a:solidFill>
                  <a:srgbClr val="061E4A"/>
                </a:solidFill>
                <a:latin typeface="Aptos"/>
                <a:ea typeface="Aptos"/>
                <a:cs typeface="Aptos"/>
              </a:defRPr>
            </a:pPr>
            <a:r>
              <a:rPr lang="vi-VN" sz="2000" b="1" dirty="0">
                <a:solidFill>
                  <a:schemeClr val="tx2">
                    <a:lumMod val="75000"/>
                  </a:schemeClr>
                </a:solidFill>
                <a:latin typeface="Aptos"/>
                <a:ea typeface="Aptos"/>
                <a:cs typeface="Aptos"/>
              </a:rPr>
              <a:t>BẠN ĐƯỢC ĐỊNH VỊ LÀ CHUYÊN GIA ĐÁNG TIN CẬY TRÊN INTERNET – KHÁCH HÀNG VÔ TẬN</a:t>
            </a:r>
            <a:endParaRPr lang="en-US" sz="2000" b="1" dirty="0">
              <a:solidFill>
                <a:schemeClr val="tx2">
                  <a:lumMod val="75000"/>
                </a:schemeClr>
              </a:solidFill>
              <a:latin typeface="Aptos"/>
              <a:ea typeface="Aptos"/>
              <a:cs typeface="Aptos"/>
            </a:endParaRPr>
          </a:p>
          <a:p>
            <a:pPr marL="0" indent="0" algn="l">
              <a:lnSpc>
                <a:spcPct val="110000"/>
              </a:lnSpc>
              <a:spcAft>
                <a:spcPts val="4"/>
              </a:spcAft>
              <a:buNone/>
              <a:defRPr sz="1725" b="0">
                <a:solidFill>
                  <a:srgbClr val="061E4A"/>
                </a:solidFill>
                <a:latin typeface="Aptos"/>
                <a:ea typeface="Aptos"/>
                <a:cs typeface="Aptos"/>
              </a:defRPr>
            </a:pPr>
            <a:endParaRPr lang="vi-VN" sz="2000" b="1" dirty="0">
              <a:solidFill>
                <a:schemeClr val="tx2">
                  <a:lumMod val="75000"/>
                </a:schemeClr>
              </a:solidFill>
              <a:latin typeface="Aptos"/>
              <a:ea typeface="Aptos"/>
              <a:cs typeface="Aptos"/>
            </a:endParaRPr>
          </a:p>
          <a:p>
            <a:pPr marL="342900" indent="-342900" algn="l">
              <a:lnSpc>
                <a:spcPct val="110000"/>
              </a:lnSpc>
              <a:spcAft>
                <a:spcPts val="4"/>
              </a:spcAft>
              <a:buFont typeface="Arial" panose="020B0604020202020204" pitchFamily="34" charset="0"/>
              <a:buChar char="•"/>
              <a:defRPr sz="1725" b="0">
                <a:solidFill>
                  <a:srgbClr val="061E4A"/>
                </a:solidFill>
                <a:latin typeface="Aptos"/>
                <a:ea typeface="Aptos"/>
                <a:cs typeface="Aptos"/>
              </a:defRPr>
            </a:pPr>
            <a:r>
              <a:rPr lang="vi-VN" sz="2000" b="1" dirty="0">
                <a:solidFill>
                  <a:schemeClr val="tx2">
                    <a:lumMod val="75000"/>
                  </a:schemeClr>
                </a:solidFill>
                <a:latin typeface="Aptos"/>
                <a:ea typeface="Aptos"/>
                <a:cs typeface="Aptos"/>
              </a:rPr>
              <a:t>BẠN KHÔNG CÒN CHẠY THEO MÀ THU HÚT</a:t>
            </a:r>
            <a:endParaRPr lang="en-US" sz="2000" b="1" dirty="0">
              <a:solidFill>
                <a:schemeClr val="tx2">
                  <a:lumMod val="75000"/>
                </a:schemeClr>
              </a:solidFill>
              <a:latin typeface="Aptos"/>
              <a:ea typeface="Aptos"/>
              <a:cs typeface="Aptos"/>
            </a:endParaRPr>
          </a:p>
          <a:p>
            <a:pPr marL="0" indent="0" algn="l">
              <a:lnSpc>
                <a:spcPct val="110000"/>
              </a:lnSpc>
              <a:spcAft>
                <a:spcPts val="4"/>
              </a:spcAft>
              <a:buNone/>
              <a:defRPr sz="1725" b="0">
                <a:solidFill>
                  <a:srgbClr val="061E4A"/>
                </a:solidFill>
                <a:latin typeface="Aptos"/>
                <a:ea typeface="Aptos"/>
                <a:cs typeface="Aptos"/>
              </a:defRPr>
            </a:pPr>
            <a:endParaRPr lang="vi-VN" sz="2000" b="1" dirty="0">
              <a:solidFill>
                <a:schemeClr val="tx2">
                  <a:lumMod val="75000"/>
                </a:schemeClr>
              </a:solidFill>
              <a:latin typeface="Aptos"/>
              <a:ea typeface="Aptos"/>
              <a:cs typeface="Aptos"/>
            </a:endParaRPr>
          </a:p>
          <a:p>
            <a:pPr marL="342900" indent="-342900" algn="l">
              <a:lnSpc>
                <a:spcPct val="110000"/>
              </a:lnSpc>
              <a:spcAft>
                <a:spcPts val="4"/>
              </a:spcAft>
              <a:buFont typeface="Arial" panose="020B0604020202020204" pitchFamily="34" charset="0"/>
              <a:buChar char="•"/>
              <a:defRPr sz="1725" b="0">
                <a:solidFill>
                  <a:srgbClr val="061E4A"/>
                </a:solidFill>
                <a:latin typeface="Aptos"/>
                <a:ea typeface="Aptos"/>
                <a:cs typeface="Aptos"/>
              </a:defRPr>
            </a:pPr>
            <a:r>
              <a:rPr lang="vi-VN" sz="2000" b="1" dirty="0">
                <a:solidFill>
                  <a:schemeClr val="tx2">
                    <a:lumMod val="75000"/>
                  </a:schemeClr>
                </a:solidFill>
                <a:latin typeface="Aptos"/>
                <a:ea typeface="Aptos"/>
                <a:cs typeface="Aptos"/>
              </a:rPr>
              <a:t>BẠN HOÀN TOÀN CÓ THỂ CHỈ DẠY VÀ NHÂN BẢN CHO ĐỘI NHÓM HOẶC ĐÓNG GÓI LẠI VÀ BÁN KIẾM TIỀN</a:t>
            </a:r>
          </a:p>
        </p:txBody>
      </p:sp>
      <p:sp>
        <p:nvSpPr>
          <p:cNvPr id="5" name="icon-badge-chart-no-axes-combined">
            <a:extLst>
              <a:ext uri="{FF2B5EF4-FFF2-40B4-BE49-F238E27FC236}">
                <a16:creationId xmlns:a16="http://schemas.microsoft.com/office/drawing/2014/main" id="{B5F46557-9A12-4E1E-AC54-8C60E5964D60}"/>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21571218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6" name="statement-panel">
            <a:extLst>
              <a:ext uri="{FF2B5EF4-FFF2-40B4-BE49-F238E27FC236}">
                <a16:creationId xmlns:a16="http://schemas.microsoft.com/office/drawing/2014/main" id="{05CA5921-E645-4837-9E71-3DDF88E9FB67}"/>
              </a:ext>
            </a:extLst>
          </p:cNvPr>
          <p:cNvSpPr>
            <a:spLocks noGrp="1"/>
          </p:cNvSpPr>
          <p:nvPr/>
        </p:nvSpPr>
        <p:spPr>
          <a:xfrm>
            <a:off x="424286" y="1504335"/>
            <a:ext cx="8734806" cy="2566220"/>
          </a:xfrm>
          <a:prstGeom prst="roundRect">
            <a:avLst>
              <a:gd name="adj" fmla="val 5600"/>
            </a:avLst>
          </a:prstGeom>
          <a:solidFill>
            <a:srgbClr val="041A45">
              <a:alpha val="91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2" name="gold-accent">
            <a:extLst>
              <a:ext uri="{FF2B5EF4-FFF2-40B4-BE49-F238E27FC236}">
                <a16:creationId xmlns:a16="http://schemas.microsoft.com/office/drawing/2014/main" id="{382906D8-67B0-4FF5-9F17-3BDAC875C5E1}"/>
              </a:ext>
            </a:extLst>
          </p:cNvPr>
          <p:cNvSpPr>
            <a:spLocks noGrp="1"/>
          </p:cNvSpPr>
          <p:nvPr/>
        </p:nvSpPr>
        <p:spPr>
          <a:xfrm>
            <a:off x="681996" y="2371344"/>
            <a:ext cx="47625" cy="685800"/>
          </a:xfrm>
          <a:prstGeom prst="rect">
            <a:avLst/>
          </a:prstGeom>
          <a:solidFill>
            <a:srgbClr val="F4C76D"/>
          </a:solidFill>
          <a:ln w="0">
            <a:solidFill>
              <a:srgbClr val="F4C76D"/>
            </a:solidFill>
            <a:prstDash val="solid"/>
          </a:ln>
        </p:spPr>
        <p:txBody>
          <a:bodyPr/>
          <a:lstStyle/>
          <a:p>
            <a:endParaRPr lang="vi-VN"/>
          </a:p>
        </p:txBody>
      </p:sp>
      <p:sp>
        <p:nvSpPr>
          <p:cNvPr id="3" name="statement-copy">
            <a:extLst>
              <a:ext uri="{FF2B5EF4-FFF2-40B4-BE49-F238E27FC236}">
                <a16:creationId xmlns:a16="http://schemas.microsoft.com/office/drawing/2014/main" id="{96322645-5753-455E-A1C3-44D1A65DCF36}"/>
              </a:ext>
            </a:extLst>
          </p:cNvPr>
          <p:cNvSpPr>
            <a:spLocks noGrp="1"/>
          </p:cNvSpPr>
          <p:nvPr/>
        </p:nvSpPr>
        <p:spPr>
          <a:xfrm>
            <a:off x="1000125" y="876300"/>
            <a:ext cx="7583129" cy="3619500"/>
          </a:xfrm>
          <a:prstGeom prst="rect">
            <a:avLst/>
          </a:prstGeom>
          <a:noFill/>
          <a:ln w="0">
            <a:noFill/>
            <a:prstDash val="solid"/>
          </a:ln>
        </p:spPr>
        <p:txBody>
          <a:bodyPr lIns="57150" tIns="38100" rIns="57150" bIns="38100" anchor="ctr">
            <a:normAutofit/>
          </a:bodyPr>
          <a:lstStyle/>
          <a:p>
            <a:pPr marL="0" indent="0" algn="l">
              <a:lnSpc>
                <a:spcPct val="104000"/>
              </a:lnSpc>
              <a:spcAft>
                <a:spcPts val="4"/>
              </a:spcAft>
              <a:buNone/>
              <a:defRPr sz="4200" b="1">
                <a:solidFill>
                  <a:srgbClr val="FFFFFF"/>
                </a:solidFill>
                <a:latin typeface="Aptos Display"/>
                <a:ea typeface="Aptos Display"/>
                <a:cs typeface="Aptos Display"/>
              </a:defRPr>
            </a:pPr>
            <a:r>
              <a:rPr sz="3500" b="1" dirty="0">
                <a:solidFill>
                  <a:srgbClr val="FFFFFF"/>
                </a:solidFill>
                <a:latin typeface="Aptos Display"/>
                <a:ea typeface="Aptos Display"/>
                <a:cs typeface="Aptos Display"/>
              </a:rPr>
              <a:t>GIỎI CHUYÊN MÔN </a:t>
            </a:r>
            <a:r>
              <a:rPr sz="3500" b="1" dirty="0" err="1">
                <a:solidFill>
                  <a:srgbClr val="FFFFFF"/>
                </a:solidFill>
                <a:latin typeface="Aptos Display"/>
                <a:ea typeface="Aptos Display"/>
                <a:cs typeface="Aptos Display"/>
              </a:rPr>
              <a:t>và</a:t>
            </a:r>
            <a:r>
              <a:rPr sz="3500" b="1" dirty="0">
                <a:solidFill>
                  <a:srgbClr val="FFFFFF"/>
                </a:solidFill>
                <a:latin typeface="Aptos Display"/>
                <a:ea typeface="Aptos Display"/>
                <a:cs typeface="Aptos Display"/>
              </a:rPr>
              <a:t> GIỎI </a:t>
            </a:r>
            <a:r>
              <a:rPr lang="en-US" sz="3500" b="1" dirty="0">
                <a:solidFill>
                  <a:srgbClr val="FFFFFF"/>
                </a:solidFill>
                <a:latin typeface="Aptos Display"/>
                <a:ea typeface="Aptos Display"/>
                <a:cs typeface="Aptos Display"/>
              </a:rPr>
              <a:t>"</a:t>
            </a:r>
            <a:r>
              <a:rPr sz="3500" b="1" dirty="0">
                <a:solidFill>
                  <a:srgbClr val="FFFFFF"/>
                </a:solidFill>
                <a:latin typeface="Aptos Display"/>
                <a:ea typeface="Aptos Display"/>
                <a:cs typeface="Aptos Display"/>
              </a:rPr>
              <a:t>HÚT</a:t>
            </a:r>
            <a:r>
              <a:rPr lang="en-US" sz="3500" b="1" dirty="0">
                <a:solidFill>
                  <a:srgbClr val="FFFFFF"/>
                </a:solidFill>
                <a:latin typeface="Aptos Display"/>
                <a:ea typeface="Aptos Display"/>
                <a:cs typeface="Aptos Display"/>
              </a:rPr>
              <a:t>“</a:t>
            </a:r>
          </a:p>
          <a:p>
            <a:pPr marL="0" indent="0" algn="l">
              <a:lnSpc>
                <a:spcPct val="104000"/>
              </a:lnSpc>
              <a:spcAft>
                <a:spcPts val="4"/>
              </a:spcAft>
              <a:buNone/>
              <a:defRPr sz="4200" b="1">
                <a:solidFill>
                  <a:srgbClr val="FFFFFF"/>
                </a:solidFill>
                <a:latin typeface="Aptos Display"/>
                <a:ea typeface="Aptos Display"/>
                <a:cs typeface="Aptos Display"/>
              </a:defRPr>
            </a:pPr>
            <a:r>
              <a:rPr lang="en-US" sz="3500" b="1" dirty="0">
                <a:solidFill>
                  <a:srgbClr val="FFFFFF"/>
                </a:solidFill>
                <a:latin typeface="Aptos Display"/>
                <a:ea typeface="Aptos Display"/>
                <a:cs typeface="Aptos Display"/>
              </a:rPr>
              <a:t>LÀ 2 VIỆC KHÁC NHAU</a:t>
            </a:r>
          </a:p>
        </p:txBody>
      </p:sp>
      <p:sp>
        <p:nvSpPr>
          <p:cNvPr id="4" name="icon-badge-refresh-ccw">
            <a:extLst>
              <a:ext uri="{FF2B5EF4-FFF2-40B4-BE49-F238E27FC236}">
                <a16:creationId xmlns:a16="http://schemas.microsoft.com/office/drawing/2014/main" id="{ADF378A2-B998-4480-B6F1-EB6E7EA2A648}"/>
              </a:ext>
            </a:extLst>
          </p:cNvPr>
          <p:cNvSpPr>
            <a:spLocks noGrp="1"/>
          </p:cNvSpPr>
          <p:nvPr/>
        </p:nvSpPr>
        <p:spPr>
          <a:xfrm>
            <a:off x="9620250" y="2381250"/>
            <a:ext cx="1447800" cy="14478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0" name="Graphic 9"/>
          <p:cNvPicPr>
            <a:picLocks noChangeAspect="1"/>
          </p:cNvPicPr>
          <p:nvPr/>
        </p:nvPicPr>
        <p:blipFill>
          <a:blip>
            <a:extLst>
              <a:ext uri="{96DAC541-7B7A-43D3-8B79-37D633B846F1}">
                <asvg:svgBlip xmlns:asvg="http://schemas.microsoft.com/office/drawing/2016/SVG/main" r:embed="rId4"/>
              </a:ext>
            </a:extLst>
          </a:blip>
          <a:stretch/>
        </p:blipFill>
        <p:spPr>
          <a:xfrm>
            <a:off x="9953244" y="2714244"/>
            <a:ext cx="781812" cy="781812"/>
          </a:xfrm>
          <a:prstGeom prst="rect">
            <a:avLst/>
          </a:prstGeom>
        </p:spPr>
      </p:pic>
    </p:spTree>
    <p:extLst>
      <p:ext uri="{BB962C8B-B14F-4D97-AF65-F5344CB8AC3E}">
        <p14:creationId xmlns:p14="http://schemas.microsoft.com/office/powerpoint/2010/main" val="146783655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E87C6CD0-7D5A-4C92-B71D-54B0E8B3088A}"/>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8D665B06-A40F-4E01-81B3-E2D5F921F2C2}"/>
              </a:ext>
            </a:extLst>
          </p:cNvPr>
          <p:cNvSpPr>
            <a:spLocks noGrp="1"/>
          </p:cNvSpPr>
          <p:nvPr/>
        </p:nvSpPr>
        <p:spPr>
          <a:xfrm>
            <a:off x="685800" y="2536722"/>
            <a:ext cx="8058150" cy="1710811"/>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F900EEF4-CF4D-45D9-A5ED-9D7F06FC3AD8}"/>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en-US" sz="3900" b="1" dirty="0">
                <a:solidFill>
                  <a:srgbClr val="FFFFFF"/>
                </a:solidFill>
                <a:latin typeface="Aptos Display"/>
                <a:ea typeface="Aptos Display"/>
                <a:cs typeface="Aptos Display"/>
              </a:rPr>
              <a:t>MUỐN “HÚT”</a:t>
            </a:r>
          </a:p>
        </p:txBody>
      </p:sp>
      <p:sp>
        <p:nvSpPr>
          <p:cNvPr id="4" name="body-copy">
            <a:extLst>
              <a:ext uri="{FF2B5EF4-FFF2-40B4-BE49-F238E27FC236}">
                <a16:creationId xmlns:a16="http://schemas.microsoft.com/office/drawing/2014/main" id="{24A5C53B-06E3-4A75-B0EA-705D2507F06E}"/>
              </a:ext>
            </a:extLst>
          </p:cNvPr>
          <p:cNvSpPr>
            <a:spLocks noGrp="1"/>
          </p:cNvSpPr>
          <p:nvPr/>
        </p:nvSpPr>
        <p:spPr>
          <a:xfrm>
            <a:off x="1028700" y="1943100"/>
            <a:ext cx="7372350" cy="3219450"/>
          </a:xfrm>
          <a:prstGeom prst="rect">
            <a:avLst/>
          </a:prstGeom>
          <a:noFill/>
          <a:ln w="0">
            <a:noFill/>
            <a:prstDash val="solid"/>
          </a:ln>
        </p:spPr>
        <p:txBody>
          <a:bodyPr lIns="57150" tIns="38100" rIns="57150" bIns="38100" anchor="ctr">
            <a:normAutofit/>
          </a:bodyPr>
          <a:lstStyle/>
          <a:p>
            <a:pPr marL="0" indent="0" algn="l">
              <a:lnSpc>
                <a:spcPct val="110000"/>
              </a:lnSpc>
              <a:spcAft>
                <a:spcPts val="4"/>
              </a:spcAft>
              <a:buNone/>
              <a:defRPr sz="2550" b="1">
                <a:solidFill>
                  <a:srgbClr val="061E4A"/>
                </a:solidFill>
                <a:latin typeface="Aptos"/>
                <a:ea typeface="Aptos"/>
                <a:cs typeface="Aptos"/>
              </a:defRPr>
            </a:pPr>
            <a:r>
              <a:rPr lang="en-US" sz="2550" b="1" dirty="0">
                <a:solidFill>
                  <a:srgbClr val="061E4A"/>
                </a:solidFill>
                <a:latin typeface="Aptos"/>
                <a:ea typeface="Aptos"/>
                <a:cs typeface="Aptos"/>
              </a:rPr>
              <a:t>THÌ PHẢI TRANG BỊ 1 BỘ KỸ NĂNG “HÚT”</a:t>
            </a:r>
          </a:p>
        </p:txBody>
      </p:sp>
      <p:sp>
        <p:nvSpPr>
          <p:cNvPr id="5" name="icon-badge-funnel-x">
            <a:extLst>
              <a:ext uri="{FF2B5EF4-FFF2-40B4-BE49-F238E27FC236}">
                <a16:creationId xmlns:a16="http://schemas.microsoft.com/office/drawing/2014/main" id="{C17870B1-1A56-4309-BF70-C21D2F5F7E5F}"/>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322830659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FBA0F39F-AC6C-4B85-83B4-72491802C471}"/>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D73F8886-1927-418E-B226-3EA34045411A}"/>
              </a:ext>
            </a:extLst>
          </p:cNvPr>
          <p:cNvSpPr>
            <a:spLocks noGrp="1"/>
          </p:cNvSpPr>
          <p:nvPr/>
        </p:nvSpPr>
        <p:spPr>
          <a:xfrm>
            <a:off x="685800" y="2576052"/>
            <a:ext cx="8058150" cy="2074606"/>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3C453488-DC63-43DF-A11A-BA3F9FF025BD}"/>
              </a:ext>
            </a:extLst>
          </p:cNvPr>
          <p:cNvSpPr>
            <a:spLocks noGrp="1"/>
          </p:cNvSpPr>
          <p:nvPr/>
        </p:nvSpPr>
        <p:spPr>
          <a:xfrm>
            <a:off x="205248" y="354807"/>
            <a:ext cx="11781503" cy="742950"/>
          </a:xfrm>
          <a:prstGeom prst="rect">
            <a:avLst/>
          </a:prstGeom>
          <a:noFill/>
          <a:ln w="0">
            <a:noFill/>
            <a:prstDash val="solid"/>
          </a:ln>
        </p:spPr>
        <p:txBody>
          <a:bodyPr lIns="57150" tIns="38100" rIns="57150" bIns="38100" anchor="ctr">
            <a:normAutofit fontScale="76976" lnSpcReduction="20000"/>
          </a:bodyPr>
          <a:lstStyle/>
          <a:p>
            <a:pPr marL="0" indent="0" algn="l">
              <a:lnSpc>
                <a:spcPct val="100000"/>
              </a:lnSpc>
              <a:spcAft>
                <a:spcPts val="4"/>
              </a:spcAft>
              <a:buNone/>
              <a:defRPr sz="3225" b="1">
                <a:solidFill>
                  <a:srgbClr val="FFFFFF"/>
                </a:solidFill>
                <a:latin typeface="Aptos Display"/>
                <a:ea typeface="Aptos Display"/>
                <a:cs typeface="Aptos Display"/>
              </a:defRPr>
            </a:pPr>
            <a:r>
              <a:rPr lang="vi-VN" sz="3225" b="1" dirty="0">
                <a:solidFill>
                  <a:srgbClr val="FFFFFF"/>
                </a:solidFill>
                <a:latin typeface="Aptos Display"/>
                <a:ea typeface="Aptos Display"/>
                <a:cs typeface="Aptos Display"/>
              </a:rPr>
              <a:t>TRƯỚC KHI CÓ CỘNG ĐỒNG, HÃY LẤP ĐẦY BẰNG NHIỀU KHÁCH HÀNG TIỀM NĂNG</a:t>
            </a:r>
          </a:p>
        </p:txBody>
      </p:sp>
      <p:sp>
        <p:nvSpPr>
          <p:cNvPr id="4" name="body-copy">
            <a:extLst>
              <a:ext uri="{FF2B5EF4-FFF2-40B4-BE49-F238E27FC236}">
                <a16:creationId xmlns:a16="http://schemas.microsoft.com/office/drawing/2014/main" id="{177BE478-B808-49B4-955C-5443C9883B9A}"/>
              </a:ext>
            </a:extLst>
          </p:cNvPr>
          <p:cNvSpPr>
            <a:spLocks noGrp="1"/>
          </p:cNvSpPr>
          <p:nvPr/>
        </p:nvSpPr>
        <p:spPr>
          <a:xfrm>
            <a:off x="1028700" y="1943100"/>
            <a:ext cx="7372350" cy="3219450"/>
          </a:xfrm>
          <a:prstGeom prst="rect">
            <a:avLst/>
          </a:prstGeom>
          <a:noFill/>
          <a:ln w="0">
            <a:noFill/>
            <a:prstDash val="solid"/>
          </a:ln>
        </p:spPr>
        <p:txBody>
          <a:bodyPr lIns="57150" tIns="38100" rIns="57150" bIns="38100" anchor="ctr">
            <a:normAutofit/>
          </a:bodyPr>
          <a:lstStyle/>
          <a:p>
            <a:pPr marL="0" indent="0" algn="l">
              <a:lnSpc>
                <a:spcPct val="110000"/>
              </a:lnSpc>
              <a:spcAft>
                <a:spcPts val="4"/>
              </a:spcAft>
              <a:buNone/>
              <a:defRPr sz="2250" b="0">
                <a:solidFill>
                  <a:srgbClr val="061E4A"/>
                </a:solidFill>
                <a:latin typeface="Aptos"/>
                <a:ea typeface="Aptos"/>
                <a:cs typeface="Aptos"/>
              </a:defRPr>
            </a:pPr>
            <a:r>
              <a:rPr lang="en-US" sz="2250" b="1" dirty="0">
                <a:solidFill>
                  <a:srgbClr val="061E4A"/>
                </a:solidFill>
                <a:latin typeface="Aptos"/>
                <a:ea typeface="Aptos"/>
                <a:cs typeface="Aptos"/>
              </a:rPr>
              <a:t>MUỐN CÓ NHIỀU KHÁCH HÀNG TIỀM NĂNG</a:t>
            </a:r>
          </a:p>
          <a:p>
            <a:pPr marL="0" indent="0" algn="l">
              <a:lnSpc>
                <a:spcPct val="110000"/>
              </a:lnSpc>
              <a:spcAft>
                <a:spcPts val="4"/>
              </a:spcAft>
              <a:buNone/>
              <a:defRPr sz="2250" b="0">
                <a:solidFill>
                  <a:srgbClr val="061E4A"/>
                </a:solidFill>
                <a:latin typeface="Aptos"/>
                <a:ea typeface="Aptos"/>
                <a:cs typeface="Aptos"/>
              </a:defRPr>
            </a:pPr>
            <a:r>
              <a:rPr lang="en-US" sz="2250" b="1" dirty="0">
                <a:solidFill>
                  <a:srgbClr val="061E4A"/>
                </a:solidFill>
                <a:latin typeface="Aptos"/>
                <a:ea typeface="Aptos"/>
                <a:cs typeface="Aptos"/>
              </a:rPr>
              <a:t> </a:t>
            </a:r>
          </a:p>
          <a:p>
            <a:pPr marL="0" indent="0" algn="l">
              <a:lnSpc>
                <a:spcPct val="110000"/>
              </a:lnSpc>
              <a:spcAft>
                <a:spcPts val="4"/>
              </a:spcAft>
              <a:buNone/>
              <a:defRPr sz="2250" b="0">
                <a:solidFill>
                  <a:srgbClr val="061E4A"/>
                </a:solidFill>
                <a:latin typeface="Aptos"/>
                <a:ea typeface="Aptos"/>
                <a:cs typeface="Aptos"/>
              </a:defRPr>
            </a:pPr>
            <a:r>
              <a:rPr lang="en-US" sz="2250" b="1" dirty="0">
                <a:solidFill>
                  <a:srgbClr val="061E4A"/>
                </a:solidFill>
                <a:latin typeface="Aptos"/>
                <a:ea typeface="Aptos"/>
                <a:cs typeface="Aptos"/>
              </a:rPr>
              <a:t>-&gt; CÓ KÊNH HÚT ĐÁM ĐÔNG TIỀM NĂNG</a:t>
            </a:r>
          </a:p>
        </p:txBody>
      </p:sp>
      <p:sp>
        <p:nvSpPr>
          <p:cNvPr id="5" name="icon-badge-goal">
            <a:extLst>
              <a:ext uri="{FF2B5EF4-FFF2-40B4-BE49-F238E27FC236}">
                <a16:creationId xmlns:a16="http://schemas.microsoft.com/office/drawing/2014/main" id="{4B3F553D-D98F-433E-9B81-B49357392FA0}"/>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140742654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76382EA9-4D26-4461-B8C4-98AEB755FC5E}"/>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73402CD9-BAB7-4B07-B6FF-FC55E4396591}"/>
              </a:ext>
            </a:extLst>
          </p:cNvPr>
          <p:cNvSpPr>
            <a:spLocks noGrp="1"/>
          </p:cNvSpPr>
          <p:nvPr/>
        </p:nvSpPr>
        <p:spPr>
          <a:xfrm>
            <a:off x="685800" y="1619250"/>
            <a:ext cx="8058150" cy="3886200"/>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ABCDBB2D-5EE4-4006-8E6E-590C2D204672}"/>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en-US" sz="3900" b="1" dirty="0">
                <a:solidFill>
                  <a:srgbClr val="FFFFFF"/>
                </a:solidFill>
                <a:latin typeface="Aptos Display"/>
                <a:ea typeface="Aptos Display"/>
                <a:cs typeface="Aptos Display"/>
              </a:rPr>
              <a:t>XÂY KÊNH = XÂY CHỢ LỚN</a:t>
            </a:r>
          </a:p>
        </p:txBody>
      </p:sp>
      <p:sp>
        <p:nvSpPr>
          <p:cNvPr id="4" name="body-copy">
            <a:extLst>
              <a:ext uri="{FF2B5EF4-FFF2-40B4-BE49-F238E27FC236}">
                <a16:creationId xmlns:a16="http://schemas.microsoft.com/office/drawing/2014/main" id="{F5140915-00CC-44E2-A9CC-2A88F00612BB}"/>
              </a:ext>
            </a:extLst>
          </p:cNvPr>
          <p:cNvSpPr>
            <a:spLocks noGrp="1"/>
          </p:cNvSpPr>
          <p:nvPr/>
        </p:nvSpPr>
        <p:spPr>
          <a:xfrm>
            <a:off x="1028700" y="1943100"/>
            <a:ext cx="7372350" cy="3219450"/>
          </a:xfrm>
          <a:prstGeom prst="rect">
            <a:avLst/>
          </a:prstGeom>
          <a:noFill/>
          <a:ln w="0">
            <a:noFill/>
            <a:prstDash val="solid"/>
          </a:ln>
        </p:spPr>
        <p:txBody>
          <a:bodyPr lIns="57150" tIns="38100" rIns="57150" bIns="38100" anchor="ctr">
            <a:normAutofit/>
          </a:bodyPr>
          <a:lstStyle/>
          <a:p>
            <a:pPr marL="0" indent="0" algn="l">
              <a:lnSpc>
                <a:spcPct val="110000"/>
              </a:lnSpc>
              <a:spcAft>
                <a:spcPts val="4"/>
              </a:spcAft>
              <a:buNone/>
              <a:defRPr sz="2250" b="1">
                <a:solidFill>
                  <a:srgbClr val="061E4A"/>
                </a:solidFill>
                <a:latin typeface="Aptos"/>
                <a:ea typeface="Aptos"/>
                <a:cs typeface="Aptos"/>
              </a:defRPr>
            </a:pPr>
            <a:r>
              <a:rPr lang="vi-VN" sz="2250" b="1" dirty="0">
                <a:solidFill>
                  <a:srgbClr val="061E4A"/>
                </a:solidFill>
                <a:latin typeface="Aptos"/>
                <a:ea typeface="Aptos"/>
                <a:cs typeface="Aptos"/>
              </a:rPr>
              <a:t>TẬP HỢP NHIỀU TIỀM NĂNG </a:t>
            </a:r>
            <a:endParaRPr lang="en-US" sz="2250" b="1" dirty="0">
              <a:solidFill>
                <a:srgbClr val="061E4A"/>
              </a:solidFill>
              <a:latin typeface="Aptos"/>
              <a:ea typeface="Aptos"/>
              <a:cs typeface="Aptos"/>
            </a:endParaRPr>
          </a:p>
          <a:p>
            <a:pPr marL="0" indent="0" algn="l">
              <a:lnSpc>
                <a:spcPct val="110000"/>
              </a:lnSpc>
              <a:spcAft>
                <a:spcPts val="4"/>
              </a:spcAft>
              <a:buNone/>
              <a:defRPr sz="2250" b="1">
                <a:solidFill>
                  <a:srgbClr val="061E4A"/>
                </a:solidFill>
                <a:latin typeface="Aptos"/>
                <a:ea typeface="Aptos"/>
                <a:cs typeface="Aptos"/>
              </a:defRPr>
            </a:pPr>
            <a:endParaRPr lang="en-US" sz="2250" b="1" dirty="0">
              <a:solidFill>
                <a:srgbClr val="061E4A"/>
              </a:solidFill>
              <a:latin typeface="Aptos"/>
              <a:ea typeface="Aptos"/>
              <a:cs typeface="Aptos"/>
            </a:endParaRPr>
          </a:p>
          <a:p>
            <a:pPr marL="0" indent="0" algn="l">
              <a:lnSpc>
                <a:spcPct val="110000"/>
              </a:lnSpc>
              <a:spcAft>
                <a:spcPts val="4"/>
              </a:spcAft>
              <a:buNone/>
              <a:defRPr sz="2250" b="1">
                <a:solidFill>
                  <a:srgbClr val="061E4A"/>
                </a:solidFill>
                <a:latin typeface="Aptos"/>
                <a:ea typeface="Aptos"/>
                <a:cs typeface="Aptos"/>
              </a:defRPr>
            </a:pPr>
            <a:r>
              <a:rPr lang="vi-VN" sz="2250" b="1" dirty="0">
                <a:solidFill>
                  <a:srgbClr val="061E4A"/>
                </a:solidFill>
                <a:latin typeface="Aptos"/>
                <a:ea typeface="Aptos"/>
                <a:cs typeface="Aptos"/>
              </a:rPr>
              <a:t>→ CÓ KHẢ NĂNG LỌC ĐỐI TƯỢNG TIÊU CHUẨN</a:t>
            </a:r>
          </a:p>
        </p:txBody>
      </p:sp>
      <p:sp>
        <p:nvSpPr>
          <p:cNvPr id="5" name="icon-badge-focus">
            <a:extLst>
              <a:ext uri="{FF2B5EF4-FFF2-40B4-BE49-F238E27FC236}">
                <a16:creationId xmlns:a16="http://schemas.microsoft.com/office/drawing/2014/main" id="{59E2D66F-8913-4F48-8F1F-0EB9F4E6DE9B}"/>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53051817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6" name="statement-panel">
            <a:extLst>
              <a:ext uri="{FF2B5EF4-FFF2-40B4-BE49-F238E27FC236}">
                <a16:creationId xmlns:a16="http://schemas.microsoft.com/office/drawing/2014/main" id="{0AAEE862-6E78-4E4F-971F-5AB12FABBCE3}"/>
              </a:ext>
            </a:extLst>
          </p:cNvPr>
          <p:cNvSpPr>
            <a:spLocks noGrp="1"/>
          </p:cNvSpPr>
          <p:nvPr/>
        </p:nvSpPr>
        <p:spPr>
          <a:xfrm>
            <a:off x="534168" y="876300"/>
            <a:ext cx="7810500" cy="3538384"/>
          </a:xfrm>
          <a:prstGeom prst="roundRect">
            <a:avLst>
              <a:gd name="adj" fmla="val 5600"/>
            </a:avLst>
          </a:prstGeom>
          <a:solidFill>
            <a:srgbClr val="041A45">
              <a:alpha val="91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2" name="gold-accent">
            <a:extLst>
              <a:ext uri="{FF2B5EF4-FFF2-40B4-BE49-F238E27FC236}">
                <a16:creationId xmlns:a16="http://schemas.microsoft.com/office/drawing/2014/main" id="{D10E640B-AA08-4748-BB87-3725FEC646BC}"/>
              </a:ext>
            </a:extLst>
          </p:cNvPr>
          <p:cNvSpPr>
            <a:spLocks noGrp="1"/>
          </p:cNvSpPr>
          <p:nvPr/>
        </p:nvSpPr>
        <p:spPr>
          <a:xfrm>
            <a:off x="1123950" y="2086282"/>
            <a:ext cx="47625" cy="1184173"/>
          </a:xfrm>
          <a:prstGeom prst="rect">
            <a:avLst/>
          </a:prstGeom>
          <a:solidFill>
            <a:srgbClr val="F4C76D"/>
          </a:solidFill>
          <a:ln w="0">
            <a:solidFill>
              <a:srgbClr val="F4C76D"/>
            </a:solidFill>
            <a:prstDash val="solid"/>
          </a:ln>
        </p:spPr>
        <p:txBody>
          <a:bodyPr/>
          <a:lstStyle/>
          <a:p>
            <a:endParaRPr lang="vi-VN"/>
          </a:p>
        </p:txBody>
      </p:sp>
      <p:sp>
        <p:nvSpPr>
          <p:cNvPr id="3" name="statement-copy">
            <a:extLst>
              <a:ext uri="{FF2B5EF4-FFF2-40B4-BE49-F238E27FC236}">
                <a16:creationId xmlns:a16="http://schemas.microsoft.com/office/drawing/2014/main" id="{CBD0E2D4-883D-422C-888F-B679997FA513}"/>
              </a:ext>
            </a:extLst>
          </p:cNvPr>
          <p:cNvSpPr>
            <a:spLocks noGrp="1"/>
          </p:cNvSpPr>
          <p:nvPr/>
        </p:nvSpPr>
        <p:spPr>
          <a:xfrm>
            <a:off x="1639529" y="904494"/>
            <a:ext cx="6610350" cy="3619500"/>
          </a:xfrm>
          <a:prstGeom prst="rect">
            <a:avLst/>
          </a:prstGeom>
          <a:noFill/>
          <a:ln w="0">
            <a:noFill/>
            <a:prstDash val="solid"/>
          </a:ln>
        </p:spPr>
        <p:txBody>
          <a:bodyPr lIns="57150" tIns="38100" rIns="57150" bIns="38100" anchor="ctr">
            <a:normAutofit/>
          </a:bodyPr>
          <a:lstStyle/>
          <a:p>
            <a:pPr marL="0" indent="0" algn="l">
              <a:lnSpc>
                <a:spcPct val="104000"/>
              </a:lnSpc>
              <a:spcAft>
                <a:spcPts val="4"/>
              </a:spcAft>
              <a:buNone/>
              <a:defRPr sz="4950" b="1">
                <a:solidFill>
                  <a:srgbClr val="FFFFFF"/>
                </a:solidFill>
                <a:latin typeface="Aptos Display"/>
                <a:ea typeface="Aptos Display"/>
                <a:cs typeface="Aptos Display"/>
              </a:defRPr>
            </a:pPr>
            <a:r>
              <a:rPr lang="en-US" sz="4000" b="1" dirty="0">
                <a:solidFill>
                  <a:srgbClr val="FFFFFF"/>
                </a:solidFill>
                <a:latin typeface="Aptos Display"/>
                <a:ea typeface="Aptos Display"/>
                <a:cs typeface="Aptos Display"/>
              </a:rPr>
              <a:t>ĐỪNG ĐUỔI THEO</a:t>
            </a:r>
          </a:p>
          <a:p>
            <a:pPr marL="0" indent="0" algn="l">
              <a:lnSpc>
                <a:spcPct val="104000"/>
              </a:lnSpc>
              <a:spcAft>
                <a:spcPts val="4"/>
              </a:spcAft>
              <a:buNone/>
              <a:defRPr sz="4950" b="1">
                <a:solidFill>
                  <a:srgbClr val="FFFFFF"/>
                </a:solidFill>
                <a:latin typeface="Aptos Display"/>
                <a:ea typeface="Aptos Display"/>
                <a:cs typeface="Aptos Display"/>
              </a:defRPr>
            </a:pPr>
            <a:r>
              <a:rPr lang="en-US" sz="4000" b="1" dirty="0">
                <a:solidFill>
                  <a:srgbClr val="FFFFFF"/>
                </a:solidFill>
                <a:latin typeface="Aptos Display"/>
                <a:ea typeface="Aptos Display"/>
                <a:cs typeface="Aptos Display"/>
              </a:rPr>
              <a:t>HÃY THU HÚT</a:t>
            </a:r>
          </a:p>
        </p:txBody>
      </p:sp>
      <p:sp>
        <p:nvSpPr>
          <p:cNvPr id="4" name="icon-badge-crosshair">
            <a:extLst>
              <a:ext uri="{FF2B5EF4-FFF2-40B4-BE49-F238E27FC236}">
                <a16:creationId xmlns:a16="http://schemas.microsoft.com/office/drawing/2014/main" id="{7B1CCD2C-ED38-4731-96B1-86F4287765BD}"/>
              </a:ext>
            </a:extLst>
          </p:cNvPr>
          <p:cNvSpPr>
            <a:spLocks noGrp="1"/>
          </p:cNvSpPr>
          <p:nvPr/>
        </p:nvSpPr>
        <p:spPr>
          <a:xfrm>
            <a:off x="9620250" y="2381250"/>
            <a:ext cx="1447800" cy="14478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0" name="Graphic 9"/>
          <p:cNvPicPr>
            <a:picLocks noChangeAspect="1"/>
          </p:cNvPicPr>
          <p:nvPr/>
        </p:nvPicPr>
        <p:blipFill>
          <a:blip>
            <a:extLst>
              <a:ext uri="{96DAC541-7B7A-43D3-8B79-37D633B846F1}">
                <asvg:svgBlip xmlns:asvg="http://schemas.microsoft.com/office/drawing/2016/SVG/main" r:embed="rId4"/>
              </a:ext>
            </a:extLst>
          </a:blip>
          <a:stretch/>
        </p:blipFill>
        <p:spPr>
          <a:xfrm>
            <a:off x="9953244" y="2714244"/>
            <a:ext cx="781812" cy="781812"/>
          </a:xfrm>
          <a:prstGeom prst="rect">
            <a:avLst/>
          </a:prstGeom>
        </p:spPr>
      </p:pic>
    </p:spTree>
    <p:extLst>
      <p:ext uri="{BB962C8B-B14F-4D97-AF65-F5344CB8AC3E}">
        <p14:creationId xmlns:p14="http://schemas.microsoft.com/office/powerpoint/2010/main" val="36866754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9A890287-1D85-42E4-B246-40F02C828C25}"/>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6EAE63C8-9C86-4F16-8756-B8AF7AE89CA0}"/>
              </a:ext>
            </a:extLst>
          </p:cNvPr>
          <p:cNvSpPr>
            <a:spLocks noGrp="1"/>
          </p:cNvSpPr>
          <p:nvPr/>
        </p:nvSpPr>
        <p:spPr>
          <a:xfrm>
            <a:off x="685800" y="1619250"/>
            <a:ext cx="8058150" cy="2854426"/>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512DDED9-48C9-44FC-AEB1-2D7EBE60003D}"/>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en-US" sz="3900" b="1" dirty="0">
                <a:solidFill>
                  <a:srgbClr val="FFFFFF"/>
                </a:solidFill>
                <a:latin typeface="Aptos Display"/>
                <a:ea typeface="Aptos Display"/>
                <a:cs typeface="Aptos Display"/>
              </a:rPr>
              <a:t>BÍ MẬT “HÚT”</a:t>
            </a:r>
          </a:p>
        </p:txBody>
      </p:sp>
      <p:sp>
        <p:nvSpPr>
          <p:cNvPr id="4" name="body-copy">
            <a:extLst>
              <a:ext uri="{FF2B5EF4-FFF2-40B4-BE49-F238E27FC236}">
                <a16:creationId xmlns:a16="http://schemas.microsoft.com/office/drawing/2014/main" id="{52E6BBCB-C4A9-4B0A-B61F-B059D22A9B98}"/>
              </a:ext>
            </a:extLst>
          </p:cNvPr>
          <p:cNvSpPr>
            <a:spLocks noGrp="1"/>
          </p:cNvSpPr>
          <p:nvPr/>
        </p:nvSpPr>
        <p:spPr>
          <a:xfrm>
            <a:off x="1028700" y="1943100"/>
            <a:ext cx="7372350" cy="3219450"/>
          </a:xfrm>
          <a:prstGeom prst="rect">
            <a:avLst/>
          </a:prstGeom>
          <a:noFill/>
          <a:ln w="0">
            <a:noFill/>
            <a:prstDash val="solid"/>
          </a:ln>
        </p:spPr>
        <p:txBody>
          <a:bodyPr lIns="57150" tIns="38100" rIns="57150" bIns="38100" anchor="ctr">
            <a:normAutofit/>
          </a:bodyPr>
          <a:lstStyle/>
          <a:p>
            <a:pPr marL="0" indent="0" algn="l">
              <a:lnSpc>
                <a:spcPct val="110000"/>
              </a:lnSpc>
              <a:spcAft>
                <a:spcPts val="4"/>
              </a:spcAft>
              <a:buNone/>
              <a:defRPr sz="2550" b="1">
                <a:solidFill>
                  <a:srgbClr val="061E4A"/>
                </a:solidFill>
                <a:latin typeface="Aptos"/>
                <a:ea typeface="Aptos"/>
                <a:cs typeface="Aptos"/>
              </a:defRPr>
            </a:pPr>
            <a:r>
              <a:rPr lang="en-US" sz="2550" b="1" dirty="0">
                <a:solidFill>
                  <a:srgbClr val="061E4A"/>
                </a:solidFill>
                <a:latin typeface="Aptos"/>
                <a:ea typeface="Aptos"/>
                <a:cs typeface="Aptos"/>
              </a:rPr>
              <a:t>THAY VÌ CHẠY THEO, CHÈO KÉO ĐỂ TOÀN NHẬN LỜI TỪ CHỐI</a:t>
            </a:r>
          </a:p>
          <a:p>
            <a:pPr marL="0" indent="0" algn="l">
              <a:lnSpc>
                <a:spcPct val="110000"/>
              </a:lnSpc>
              <a:spcAft>
                <a:spcPts val="4"/>
              </a:spcAft>
              <a:buNone/>
              <a:defRPr sz="2550" b="1">
                <a:solidFill>
                  <a:srgbClr val="061E4A"/>
                </a:solidFill>
                <a:latin typeface="Aptos"/>
                <a:ea typeface="Aptos"/>
                <a:cs typeface="Aptos"/>
              </a:defRPr>
            </a:pPr>
            <a:endParaRPr lang="en-US" sz="2550" b="1" dirty="0">
              <a:solidFill>
                <a:srgbClr val="061E4A"/>
              </a:solidFill>
              <a:latin typeface="Aptos"/>
              <a:ea typeface="Aptos"/>
              <a:cs typeface="Aptos"/>
            </a:endParaRPr>
          </a:p>
        </p:txBody>
      </p:sp>
      <p:sp>
        <p:nvSpPr>
          <p:cNvPr id="5" name="icon-badge-radar">
            <a:extLst>
              <a:ext uri="{FF2B5EF4-FFF2-40B4-BE49-F238E27FC236}">
                <a16:creationId xmlns:a16="http://schemas.microsoft.com/office/drawing/2014/main" id="{BBCCCC23-0165-4851-9BC4-E9AE59A84B7E}"/>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351961732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6" name="statement-panel">
            <a:extLst>
              <a:ext uri="{FF2B5EF4-FFF2-40B4-BE49-F238E27FC236}">
                <a16:creationId xmlns:a16="http://schemas.microsoft.com/office/drawing/2014/main" id="{5FC86452-DC4F-4B4A-B07E-9C625166A9AD}"/>
              </a:ext>
            </a:extLst>
          </p:cNvPr>
          <p:cNvSpPr>
            <a:spLocks noGrp="1"/>
          </p:cNvSpPr>
          <p:nvPr/>
        </p:nvSpPr>
        <p:spPr>
          <a:xfrm>
            <a:off x="3905250" y="876300"/>
            <a:ext cx="7620000" cy="4762500"/>
          </a:xfrm>
          <a:prstGeom prst="roundRect">
            <a:avLst>
              <a:gd name="adj" fmla="val 5600"/>
            </a:avLst>
          </a:prstGeom>
          <a:solidFill>
            <a:srgbClr val="041A45">
              <a:alpha val="91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2" name="gold-accent">
            <a:extLst>
              <a:ext uri="{FF2B5EF4-FFF2-40B4-BE49-F238E27FC236}">
                <a16:creationId xmlns:a16="http://schemas.microsoft.com/office/drawing/2014/main" id="{ED8FBE13-01F5-4982-B71D-A88385018328}"/>
              </a:ext>
            </a:extLst>
          </p:cNvPr>
          <p:cNvSpPr>
            <a:spLocks noGrp="1"/>
          </p:cNvSpPr>
          <p:nvPr/>
        </p:nvSpPr>
        <p:spPr>
          <a:xfrm>
            <a:off x="4207899" y="2419350"/>
            <a:ext cx="45719" cy="1680702"/>
          </a:xfrm>
          <a:prstGeom prst="rect">
            <a:avLst/>
          </a:prstGeom>
          <a:solidFill>
            <a:srgbClr val="F4C76D"/>
          </a:solidFill>
          <a:ln w="0">
            <a:solidFill>
              <a:srgbClr val="F4C76D"/>
            </a:solidFill>
            <a:prstDash val="solid"/>
          </a:ln>
        </p:spPr>
        <p:txBody>
          <a:bodyPr/>
          <a:lstStyle/>
          <a:p>
            <a:endParaRPr lang="vi-VN"/>
          </a:p>
        </p:txBody>
      </p:sp>
      <p:sp>
        <p:nvSpPr>
          <p:cNvPr id="3" name="statement-copy">
            <a:extLst>
              <a:ext uri="{FF2B5EF4-FFF2-40B4-BE49-F238E27FC236}">
                <a16:creationId xmlns:a16="http://schemas.microsoft.com/office/drawing/2014/main" id="{FE89F7AA-25BD-401A-8C27-5A9156EBA540}"/>
              </a:ext>
            </a:extLst>
          </p:cNvPr>
          <p:cNvSpPr>
            <a:spLocks noGrp="1"/>
          </p:cNvSpPr>
          <p:nvPr/>
        </p:nvSpPr>
        <p:spPr>
          <a:xfrm>
            <a:off x="4648200" y="1466850"/>
            <a:ext cx="6419850" cy="3619500"/>
          </a:xfrm>
          <a:prstGeom prst="rect">
            <a:avLst/>
          </a:prstGeom>
          <a:noFill/>
          <a:ln w="0">
            <a:noFill/>
            <a:prstDash val="solid"/>
          </a:ln>
        </p:spPr>
        <p:txBody>
          <a:bodyPr lIns="57150" tIns="38100" rIns="57150" bIns="38100" anchor="ctr">
            <a:normAutofit/>
          </a:bodyPr>
          <a:lstStyle/>
          <a:p>
            <a:pPr marL="0" indent="0" algn="l">
              <a:lnSpc>
                <a:spcPct val="104000"/>
              </a:lnSpc>
              <a:spcAft>
                <a:spcPts val="4"/>
              </a:spcAft>
              <a:buNone/>
              <a:defRPr sz="4200" b="1">
                <a:solidFill>
                  <a:srgbClr val="FFFFFF"/>
                </a:solidFill>
                <a:latin typeface="Aptos Display"/>
                <a:ea typeface="Aptos Display"/>
                <a:cs typeface="Aptos Display"/>
              </a:defRPr>
            </a:pPr>
            <a:r>
              <a:rPr sz="4200" b="1">
                <a:solidFill>
                  <a:srgbClr val="FFFFFF"/>
                </a:solidFill>
                <a:latin typeface="Aptos Display"/>
                <a:ea typeface="Aptos Display"/>
                <a:cs typeface="Aptos Display"/>
              </a:rPr>
              <a:t>BẮT ĐẦU TỪ ĐÂY</a:t>
            </a:r>
          </a:p>
          <a:p>
            <a:pPr marL="0" indent="0" algn="l">
              <a:lnSpc>
                <a:spcPct val="104000"/>
              </a:lnSpc>
              <a:spcAft>
                <a:spcPts val="4"/>
              </a:spcAft>
              <a:buNone/>
              <a:defRPr sz="4200" b="1">
                <a:solidFill>
                  <a:srgbClr val="FFFFFF"/>
                </a:solidFill>
                <a:latin typeface="Aptos Display"/>
                <a:ea typeface="Aptos Display"/>
                <a:cs typeface="Aptos Display"/>
              </a:defRPr>
            </a:pPr>
            <a:r>
              <a:rPr sz="4200" b="1">
                <a:solidFill>
                  <a:srgbClr val="F4C76D"/>
                </a:solidFill>
                <a:latin typeface="Aptos Display"/>
                <a:ea typeface="Aptos Display"/>
                <a:cs typeface="Aptos Display"/>
              </a:rPr>
              <a:t>KÊNH THƯƠNG HIỆU CHUYÊN GIA</a:t>
            </a:r>
          </a:p>
        </p:txBody>
      </p:sp>
      <p:sp>
        <p:nvSpPr>
          <p:cNvPr id="4" name="icon-badge-satellite">
            <a:extLst>
              <a:ext uri="{FF2B5EF4-FFF2-40B4-BE49-F238E27FC236}">
                <a16:creationId xmlns:a16="http://schemas.microsoft.com/office/drawing/2014/main" id="{9BB72626-2AD7-4F47-9E23-FF6FCB1DF1A5}"/>
              </a:ext>
            </a:extLst>
          </p:cNvPr>
          <p:cNvSpPr>
            <a:spLocks noGrp="1"/>
          </p:cNvSpPr>
          <p:nvPr/>
        </p:nvSpPr>
        <p:spPr>
          <a:xfrm>
            <a:off x="1238250" y="2381250"/>
            <a:ext cx="1447800" cy="14478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0" name="Graphic 9"/>
          <p:cNvPicPr>
            <a:picLocks noChangeAspect="1"/>
          </p:cNvPicPr>
          <p:nvPr/>
        </p:nvPicPr>
        <p:blipFill>
          <a:blip>
            <a:extLst>
              <a:ext uri="{96DAC541-7B7A-43D3-8B79-37D633B846F1}">
                <asvg:svgBlip xmlns:asvg="http://schemas.microsoft.com/office/drawing/2016/SVG/main" r:embed="rId4"/>
              </a:ext>
            </a:extLst>
          </a:blip>
          <a:stretch/>
        </p:blipFill>
        <p:spPr>
          <a:xfrm>
            <a:off x="1571244" y="2714244"/>
            <a:ext cx="781812" cy="781812"/>
          </a:xfrm>
          <a:prstGeom prst="rect">
            <a:avLst/>
          </a:prstGeom>
        </p:spPr>
      </p:pic>
    </p:spTree>
    <p:extLst>
      <p:ext uri="{BB962C8B-B14F-4D97-AF65-F5344CB8AC3E}">
        <p14:creationId xmlns:p14="http://schemas.microsoft.com/office/powerpoint/2010/main" val="167945994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579CF057-2B16-4949-BD78-03C7BC8ED0D7}"/>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137EC568-1E28-454B-9567-A104FEA2A039}"/>
              </a:ext>
            </a:extLst>
          </p:cNvPr>
          <p:cNvSpPr>
            <a:spLocks noGrp="1"/>
          </p:cNvSpPr>
          <p:nvPr/>
        </p:nvSpPr>
        <p:spPr>
          <a:xfrm>
            <a:off x="685800" y="1619250"/>
            <a:ext cx="8058150" cy="3149392"/>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2DD5FB2F-35B3-41BB-BB7E-C37F97521A03}"/>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en-US" sz="3900" b="1" dirty="0">
                <a:solidFill>
                  <a:srgbClr val="FFFFFF"/>
                </a:solidFill>
                <a:latin typeface="Aptos Display"/>
                <a:ea typeface="Aptos Display"/>
                <a:cs typeface="Aptos Display"/>
              </a:rPr>
              <a:t>BẠN CHỈ CẦN LÀM ĐÚNG</a:t>
            </a:r>
          </a:p>
        </p:txBody>
      </p:sp>
      <p:sp>
        <p:nvSpPr>
          <p:cNvPr id="4" name="body-copy">
            <a:extLst>
              <a:ext uri="{FF2B5EF4-FFF2-40B4-BE49-F238E27FC236}">
                <a16:creationId xmlns:a16="http://schemas.microsoft.com/office/drawing/2014/main" id="{3AACC446-D53E-41A6-9412-B08EB56C7F03}"/>
              </a:ext>
            </a:extLst>
          </p:cNvPr>
          <p:cNvSpPr>
            <a:spLocks noGrp="1"/>
          </p:cNvSpPr>
          <p:nvPr/>
        </p:nvSpPr>
        <p:spPr>
          <a:xfrm>
            <a:off x="1028700" y="1943100"/>
            <a:ext cx="5529416" cy="3219450"/>
          </a:xfrm>
          <a:prstGeom prst="rect">
            <a:avLst/>
          </a:prstGeom>
          <a:noFill/>
          <a:ln w="0">
            <a:noFill/>
            <a:prstDash val="solid"/>
          </a:ln>
        </p:spPr>
        <p:txBody>
          <a:bodyPr lIns="57150" tIns="38100" rIns="57150" bIns="38100" anchor="t">
            <a:normAutofit/>
          </a:bodyPr>
          <a:lstStyle/>
          <a:p>
            <a:pPr marL="342900" indent="-342900" algn="l">
              <a:lnSpc>
                <a:spcPct val="110000"/>
              </a:lnSpc>
              <a:spcAft>
                <a:spcPts val="4"/>
              </a:spcAft>
              <a:buFont typeface="Arial" panose="020B0604020202020204" pitchFamily="34" charset="0"/>
              <a:buChar char="•"/>
              <a:defRPr sz="2025" b="0">
                <a:solidFill>
                  <a:srgbClr val="061E4A"/>
                </a:solidFill>
                <a:latin typeface="Aptos"/>
                <a:ea typeface="Aptos"/>
                <a:cs typeface="Aptos"/>
              </a:defRPr>
            </a:pPr>
            <a:r>
              <a:rPr lang="vi-VN" sz="2025" b="1" dirty="0">
                <a:solidFill>
                  <a:schemeClr val="tx2">
                    <a:lumMod val="75000"/>
                  </a:schemeClr>
                </a:solidFill>
                <a:latin typeface="Aptos"/>
                <a:ea typeface="Aptos"/>
                <a:cs typeface="Aptos"/>
              </a:rPr>
              <a:t>DÒNG CHẢY BẮT ĐẦU XUẤT HIỆN</a:t>
            </a:r>
            <a:endParaRPr lang="en-US" sz="2025" b="1" dirty="0">
              <a:solidFill>
                <a:schemeClr val="tx2">
                  <a:lumMod val="75000"/>
                </a:schemeClr>
              </a:solidFill>
              <a:latin typeface="Aptos"/>
              <a:ea typeface="Aptos"/>
              <a:cs typeface="Aptos"/>
            </a:endParaRPr>
          </a:p>
          <a:p>
            <a:pPr marL="342900" indent="-342900" algn="l">
              <a:lnSpc>
                <a:spcPct val="110000"/>
              </a:lnSpc>
              <a:spcAft>
                <a:spcPts val="4"/>
              </a:spcAft>
              <a:buFont typeface="Arial" panose="020B0604020202020204" pitchFamily="34" charset="0"/>
              <a:buChar char="•"/>
              <a:defRPr sz="2025" b="0">
                <a:solidFill>
                  <a:srgbClr val="061E4A"/>
                </a:solidFill>
                <a:latin typeface="Aptos"/>
                <a:ea typeface="Aptos"/>
                <a:cs typeface="Aptos"/>
              </a:defRPr>
            </a:pPr>
            <a:endParaRPr lang="vi-VN" sz="2025" b="1" dirty="0">
              <a:solidFill>
                <a:schemeClr val="tx2">
                  <a:lumMod val="75000"/>
                </a:schemeClr>
              </a:solidFill>
              <a:latin typeface="Aptos"/>
              <a:ea typeface="Aptos"/>
              <a:cs typeface="Aptos"/>
            </a:endParaRPr>
          </a:p>
          <a:p>
            <a:pPr marL="342900" indent="-342900" algn="l">
              <a:lnSpc>
                <a:spcPct val="110000"/>
              </a:lnSpc>
              <a:spcAft>
                <a:spcPts val="4"/>
              </a:spcAft>
              <a:buFont typeface="Arial" panose="020B0604020202020204" pitchFamily="34" charset="0"/>
              <a:buChar char="•"/>
              <a:defRPr sz="2025" b="0">
                <a:solidFill>
                  <a:srgbClr val="061E4A"/>
                </a:solidFill>
                <a:latin typeface="Aptos"/>
                <a:ea typeface="Aptos"/>
                <a:cs typeface="Aptos"/>
              </a:defRPr>
            </a:pPr>
            <a:r>
              <a:rPr lang="vi-VN" sz="2025" b="1" dirty="0">
                <a:solidFill>
                  <a:schemeClr val="tx2">
                    <a:lumMod val="75000"/>
                  </a:schemeClr>
                </a:solidFill>
                <a:latin typeface="Aptos"/>
                <a:ea typeface="Aptos"/>
                <a:cs typeface="Aptos"/>
              </a:rPr>
              <a:t>ĐƯỜNG ỐNG ĐƯỢC LẤP ĐẦY</a:t>
            </a:r>
            <a:endParaRPr lang="en-US" sz="2025" b="1" dirty="0">
              <a:solidFill>
                <a:schemeClr val="tx2">
                  <a:lumMod val="75000"/>
                </a:schemeClr>
              </a:solidFill>
              <a:latin typeface="Aptos"/>
              <a:ea typeface="Aptos"/>
              <a:cs typeface="Aptos"/>
            </a:endParaRPr>
          </a:p>
          <a:p>
            <a:pPr marL="342900" indent="-342900" algn="l">
              <a:lnSpc>
                <a:spcPct val="110000"/>
              </a:lnSpc>
              <a:spcAft>
                <a:spcPts val="4"/>
              </a:spcAft>
              <a:buFont typeface="Arial" panose="020B0604020202020204" pitchFamily="34" charset="0"/>
              <a:buChar char="•"/>
              <a:defRPr sz="2025" b="0">
                <a:solidFill>
                  <a:srgbClr val="061E4A"/>
                </a:solidFill>
                <a:latin typeface="Aptos"/>
                <a:ea typeface="Aptos"/>
                <a:cs typeface="Aptos"/>
              </a:defRPr>
            </a:pPr>
            <a:endParaRPr lang="vi-VN" sz="2025" b="1" dirty="0">
              <a:solidFill>
                <a:schemeClr val="tx2">
                  <a:lumMod val="75000"/>
                </a:schemeClr>
              </a:solidFill>
              <a:latin typeface="Aptos"/>
              <a:ea typeface="Aptos"/>
              <a:cs typeface="Aptos"/>
            </a:endParaRPr>
          </a:p>
          <a:p>
            <a:pPr marL="342900" indent="-342900" algn="l">
              <a:lnSpc>
                <a:spcPct val="110000"/>
              </a:lnSpc>
              <a:spcAft>
                <a:spcPts val="4"/>
              </a:spcAft>
              <a:buFont typeface="Arial" panose="020B0604020202020204" pitchFamily="34" charset="0"/>
              <a:buChar char="•"/>
              <a:defRPr sz="2025" b="0">
                <a:solidFill>
                  <a:srgbClr val="061E4A"/>
                </a:solidFill>
                <a:latin typeface="Aptos"/>
                <a:ea typeface="Aptos"/>
                <a:cs typeface="Aptos"/>
              </a:defRPr>
            </a:pPr>
            <a:r>
              <a:rPr lang="en-US" sz="2025" b="1" dirty="0">
                <a:solidFill>
                  <a:schemeClr val="tx2">
                    <a:lumMod val="75000"/>
                  </a:schemeClr>
                </a:solidFill>
                <a:latin typeface="Aptos"/>
                <a:ea typeface="Aptos"/>
                <a:cs typeface="Aptos"/>
              </a:rPr>
              <a:t>ĐƯỢC CUNG CẤP </a:t>
            </a:r>
            <a:r>
              <a:rPr lang="vi-VN" sz="2025" b="1" dirty="0">
                <a:solidFill>
                  <a:schemeClr val="tx2">
                    <a:lumMod val="75000"/>
                  </a:schemeClr>
                </a:solidFill>
                <a:latin typeface="Aptos"/>
                <a:ea typeface="Aptos"/>
                <a:cs typeface="Aptos"/>
              </a:rPr>
              <a:t>CÁCH XÂY KÊNH CỰC NHANH, BẰNG </a:t>
            </a:r>
            <a:r>
              <a:rPr lang="vi-VN" sz="2025" b="1" dirty="0">
                <a:solidFill>
                  <a:srgbClr val="FFC000"/>
                </a:solidFill>
                <a:latin typeface="Aptos"/>
                <a:ea typeface="Aptos"/>
                <a:cs typeface="Aptos"/>
              </a:rPr>
              <a:t>AI</a:t>
            </a:r>
            <a:r>
              <a:rPr lang="vi-VN" sz="2025" b="1" dirty="0">
                <a:solidFill>
                  <a:schemeClr val="tx2">
                    <a:lumMod val="75000"/>
                  </a:schemeClr>
                </a:solidFill>
                <a:latin typeface="Aptos"/>
                <a:ea typeface="Aptos"/>
                <a:cs typeface="Aptos"/>
              </a:rPr>
              <a:t> ĐƠN GIẢN VÀ MIỄN PHÍ</a:t>
            </a:r>
          </a:p>
        </p:txBody>
      </p:sp>
      <p:sp>
        <p:nvSpPr>
          <p:cNvPr id="5" name="icon-badge-wifi">
            <a:extLst>
              <a:ext uri="{FF2B5EF4-FFF2-40B4-BE49-F238E27FC236}">
                <a16:creationId xmlns:a16="http://schemas.microsoft.com/office/drawing/2014/main" id="{82C4AAE3-3F07-4F85-A0C8-55A422A23908}"/>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322798087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6" name="statement-panel">
            <a:extLst>
              <a:ext uri="{FF2B5EF4-FFF2-40B4-BE49-F238E27FC236}">
                <a16:creationId xmlns:a16="http://schemas.microsoft.com/office/drawing/2014/main" id="{AD5EB9E2-A344-4E05-B837-09DF52618DCE}"/>
              </a:ext>
            </a:extLst>
          </p:cNvPr>
          <p:cNvSpPr>
            <a:spLocks noGrp="1"/>
          </p:cNvSpPr>
          <p:nvPr/>
        </p:nvSpPr>
        <p:spPr>
          <a:xfrm>
            <a:off x="552450" y="876300"/>
            <a:ext cx="7810500" cy="4762500"/>
          </a:xfrm>
          <a:prstGeom prst="roundRect">
            <a:avLst>
              <a:gd name="adj" fmla="val 5600"/>
            </a:avLst>
          </a:prstGeom>
          <a:solidFill>
            <a:srgbClr val="041A45">
              <a:alpha val="91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2" name="gold-accent">
            <a:extLst>
              <a:ext uri="{FF2B5EF4-FFF2-40B4-BE49-F238E27FC236}">
                <a16:creationId xmlns:a16="http://schemas.microsoft.com/office/drawing/2014/main" id="{304E0625-0400-4374-8CC1-234D04B7BC52}"/>
              </a:ext>
            </a:extLst>
          </p:cNvPr>
          <p:cNvSpPr>
            <a:spLocks noGrp="1"/>
          </p:cNvSpPr>
          <p:nvPr/>
        </p:nvSpPr>
        <p:spPr>
          <a:xfrm>
            <a:off x="790575" y="2205497"/>
            <a:ext cx="47625" cy="2169857"/>
          </a:xfrm>
          <a:prstGeom prst="rect">
            <a:avLst/>
          </a:prstGeom>
          <a:solidFill>
            <a:srgbClr val="F4C76D"/>
          </a:solidFill>
          <a:ln w="0">
            <a:solidFill>
              <a:srgbClr val="F4C76D"/>
            </a:solidFill>
            <a:prstDash val="solid"/>
          </a:ln>
        </p:spPr>
        <p:txBody>
          <a:bodyPr/>
          <a:lstStyle/>
          <a:p>
            <a:endParaRPr lang="vi-VN"/>
          </a:p>
        </p:txBody>
      </p:sp>
      <p:sp>
        <p:nvSpPr>
          <p:cNvPr id="3" name="statement-copy">
            <a:extLst>
              <a:ext uri="{FF2B5EF4-FFF2-40B4-BE49-F238E27FC236}">
                <a16:creationId xmlns:a16="http://schemas.microsoft.com/office/drawing/2014/main" id="{E5214FA8-1EE2-4C90-B196-FC011565986A}"/>
              </a:ext>
            </a:extLst>
          </p:cNvPr>
          <p:cNvSpPr>
            <a:spLocks noGrp="1"/>
          </p:cNvSpPr>
          <p:nvPr/>
        </p:nvSpPr>
        <p:spPr>
          <a:xfrm>
            <a:off x="1295400" y="1466850"/>
            <a:ext cx="6610350" cy="3619500"/>
          </a:xfrm>
          <a:prstGeom prst="rect">
            <a:avLst/>
          </a:prstGeom>
          <a:noFill/>
          <a:ln w="0">
            <a:noFill/>
            <a:prstDash val="solid"/>
          </a:ln>
        </p:spPr>
        <p:txBody>
          <a:bodyPr lIns="57150" tIns="38100" rIns="57150" bIns="38100" anchor="ctr">
            <a:normAutofit/>
          </a:bodyPr>
          <a:lstStyle/>
          <a:p>
            <a:pPr marL="0" indent="0" algn="l">
              <a:lnSpc>
                <a:spcPct val="104000"/>
              </a:lnSpc>
              <a:spcAft>
                <a:spcPts val="4"/>
              </a:spcAft>
              <a:buNone/>
              <a:defRPr sz="3000" b="1">
                <a:solidFill>
                  <a:srgbClr val="FFFFFF"/>
                </a:solidFill>
                <a:latin typeface="Aptos Display"/>
                <a:ea typeface="Aptos Display"/>
                <a:cs typeface="Aptos Display"/>
              </a:defRPr>
            </a:pPr>
            <a:r>
              <a:rPr lang="en-US" sz="3000" b="1" dirty="0">
                <a:solidFill>
                  <a:srgbClr val="FFFFFF"/>
                </a:solidFill>
                <a:latin typeface="Aptos Display"/>
                <a:ea typeface="Aptos Display"/>
                <a:cs typeface="Aptos Display"/>
              </a:rPr>
              <a:t>ĐẾN GIỜ PHÚT NÀY, TÔI TIN BẠN ĐÃ THẤY SỰ NHIỆT TÌNH CỦA TÔI LỚN ĐẾN MỨC NÀO</a:t>
            </a:r>
          </a:p>
          <a:p>
            <a:pPr marL="0" indent="0" algn="l">
              <a:lnSpc>
                <a:spcPct val="104000"/>
              </a:lnSpc>
              <a:spcAft>
                <a:spcPts val="4"/>
              </a:spcAft>
              <a:buNone/>
              <a:defRPr sz="3000" b="1">
                <a:solidFill>
                  <a:srgbClr val="FFFFFF"/>
                </a:solidFill>
                <a:latin typeface="Aptos Display"/>
                <a:ea typeface="Aptos Display"/>
                <a:cs typeface="Aptos Display"/>
              </a:defRPr>
            </a:pPr>
            <a:r>
              <a:rPr lang="en-US" sz="3000" b="1" dirty="0">
                <a:solidFill>
                  <a:srgbClr val="FFFFFF"/>
                </a:solidFill>
                <a:latin typeface="Aptos Display"/>
                <a:ea typeface="Aptos Display"/>
                <a:cs typeface="Aptos Display"/>
              </a:rPr>
              <a:t>KHI CỐ GẮNG CUNG CẤP NHIỀU GIÁ TRỊ NHẤT CHO BẠN.</a:t>
            </a:r>
          </a:p>
        </p:txBody>
      </p:sp>
      <p:sp>
        <p:nvSpPr>
          <p:cNvPr id="4" name="icon-badge-message-circle">
            <a:extLst>
              <a:ext uri="{FF2B5EF4-FFF2-40B4-BE49-F238E27FC236}">
                <a16:creationId xmlns:a16="http://schemas.microsoft.com/office/drawing/2014/main" id="{8AD06A8A-0224-4EBA-BF18-0ABD447E5E99}"/>
              </a:ext>
            </a:extLst>
          </p:cNvPr>
          <p:cNvSpPr>
            <a:spLocks noGrp="1"/>
          </p:cNvSpPr>
          <p:nvPr/>
        </p:nvSpPr>
        <p:spPr>
          <a:xfrm>
            <a:off x="9620250" y="2381250"/>
            <a:ext cx="1447800" cy="14478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0" name="Graphic 9"/>
          <p:cNvPicPr>
            <a:picLocks noChangeAspect="1"/>
          </p:cNvPicPr>
          <p:nvPr/>
        </p:nvPicPr>
        <p:blipFill>
          <a:blip>
            <a:extLst>
              <a:ext uri="{96DAC541-7B7A-43D3-8B79-37D633B846F1}">
                <asvg:svgBlip xmlns:asvg="http://schemas.microsoft.com/office/drawing/2016/SVG/main" r:embed="rId4"/>
              </a:ext>
            </a:extLst>
          </a:blip>
          <a:stretch/>
        </p:blipFill>
        <p:spPr>
          <a:xfrm>
            <a:off x="9953244" y="2714244"/>
            <a:ext cx="781812" cy="781812"/>
          </a:xfrm>
          <a:prstGeom prst="rect">
            <a:avLst/>
          </a:prstGeom>
        </p:spPr>
      </p:pic>
    </p:spTree>
    <p:extLst>
      <p:ext uri="{BB962C8B-B14F-4D97-AF65-F5344CB8AC3E}">
        <p14:creationId xmlns:p14="http://schemas.microsoft.com/office/powerpoint/2010/main" val="17433379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C5208752-C58F-4C45-AC4F-DB347297C08F}"/>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41875600-C8F1-4D69-AA97-4E56FA8B7D8F}"/>
              </a:ext>
            </a:extLst>
          </p:cNvPr>
          <p:cNvSpPr>
            <a:spLocks noGrp="1"/>
          </p:cNvSpPr>
          <p:nvPr/>
        </p:nvSpPr>
        <p:spPr>
          <a:xfrm>
            <a:off x="685800" y="2507226"/>
            <a:ext cx="8058150" cy="2163096"/>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85A4C966-3BFB-480D-A544-A752473AAB40}"/>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vi-VN" sz="3900" b="1" dirty="0">
                <a:solidFill>
                  <a:srgbClr val="FFFFFF"/>
                </a:solidFill>
                <a:latin typeface="Aptos Display"/>
                <a:ea typeface="Aptos Display"/>
                <a:cs typeface="Aptos Display"/>
              </a:rPr>
              <a:t>THẾ NHƯNG, THỜI GIAN LÀ CÓ HẠN</a:t>
            </a:r>
          </a:p>
        </p:txBody>
      </p:sp>
      <p:sp>
        <p:nvSpPr>
          <p:cNvPr id="4" name="body-copy">
            <a:extLst>
              <a:ext uri="{FF2B5EF4-FFF2-40B4-BE49-F238E27FC236}">
                <a16:creationId xmlns:a16="http://schemas.microsoft.com/office/drawing/2014/main" id="{2A5E743B-FB87-434B-8677-7EC7E6AFE892}"/>
              </a:ext>
            </a:extLst>
          </p:cNvPr>
          <p:cNvSpPr>
            <a:spLocks noGrp="1"/>
          </p:cNvSpPr>
          <p:nvPr/>
        </p:nvSpPr>
        <p:spPr>
          <a:xfrm>
            <a:off x="1028700" y="1943100"/>
            <a:ext cx="7372350" cy="3219450"/>
          </a:xfrm>
          <a:prstGeom prst="rect">
            <a:avLst/>
          </a:prstGeom>
          <a:noFill/>
          <a:ln w="0">
            <a:noFill/>
            <a:prstDash val="solid"/>
          </a:ln>
        </p:spPr>
        <p:txBody>
          <a:bodyPr lIns="57150" tIns="38100" rIns="57150" bIns="38100" anchor="ctr">
            <a:normAutofit/>
          </a:bodyPr>
          <a:lstStyle/>
          <a:p>
            <a:pPr marL="0" indent="0" algn="l">
              <a:lnSpc>
                <a:spcPct val="110000"/>
              </a:lnSpc>
              <a:spcAft>
                <a:spcPts val="4"/>
              </a:spcAft>
              <a:buNone/>
              <a:defRPr sz="2250" b="0">
                <a:solidFill>
                  <a:srgbClr val="061E4A"/>
                </a:solidFill>
                <a:latin typeface="Aptos"/>
                <a:ea typeface="Aptos"/>
                <a:cs typeface="Aptos"/>
              </a:defRPr>
            </a:pPr>
            <a:r>
              <a:rPr lang="vi-VN" sz="2250" b="1" dirty="0">
                <a:solidFill>
                  <a:schemeClr val="tx2">
                    <a:lumMod val="75000"/>
                  </a:schemeClr>
                </a:solidFill>
                <a:latin typeface="Aptos"/>
                <a:ea typeface="Aptos"/>
                <a:cs typeface="Aptos"/>
              </a:rPr>
              <a:t>TÔI KHÔNG THỂ NHỒI NHÉT HẾT TOÀN BỘ GIÁ TRỊ CHO BẠN TRONG 1 BUỔI ĐƯỢC.</a:t>
            </a:r>
          </a:p>
        </p:txBody>
      </p:sp>
      <p:sp>
        <p:nvSpPr>
          <p:cNvPr id="5" name="icon-badge-messages-square">
            <a:extLst>
              <a:ext uri="{FF2B5EF4-FFF2-40B4-BE49-F238E27FC236}">
                <a16:creationId xmlns:a16="http://schemas.microsoft.com/office/drawing/2014/main" id="{BF7890DA-6C2C-4648-BF9F-A5753E56A903}"/>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207487687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F72CB60B-7A97-404F-83F0-8E4427C5F2A4}"/>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6B14332B-ACCD-413A-9531-11C32F52687A}"/>
              </a:ext>
            </a:extLst>
          </p:cNvPr>
          <p:cNvSpPr>
            <a:spLocks noGrp="1"/>
          </p:cNvSpPr>
          <p:nvPr/>
        </p:nvSpPr>
        <p:spPr>
          <a:xfrm>
            <a:off x="685800" y="1619250"/>
            <a:ext cx="8058150" cy="3886200"/>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9C1FACD0-6AA6-4CF4-940C-19670F40ED09}"/>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vi-VN" sz="3900" b="1" dirty="0">
                <a:solidFill>
                  <a:srgbClr val="FFFFFF"/>
                </a:solidFill>
                <a:latin typeface="Aptos Display"/>
                <a:ea typeface="Aptos Display"/>
                <a:cs typeface="Aptos Display"/>
              </a:rPr>
              <a:t>NHƯNG TÔI TIN</a:t>
            </a:r>
          </a:p>
        </p:txBody>
      </p:sp>
      <p:sp>
        <p:nvSpPr>
          <p:cNvPr id="4" name="body-copy">
            <a:extLst>
              <a:ext uri="{FF2B5EF4-FFF2-40B4-BE49-F238E27FC236}">
                <a16:creationId xmlns:a16="http://schemas.microsoft.com/office/drawing/2014/main" id="{595C21D3-4D79-48D5-A31F-0FCC73FDC64E}"/>
              </a:ext>
            </a:extLst>
          </p:cNvPr>
          <p:cNvSpPr>
            <a:spLocks noGrp="1"/>
          </p:cNvSpPr>
          <p:nvPr/>
        </p:nvSpPr>
        <p:spPr>
          <a:xfrm>
            <a:off x="1028700" y="1943100"/>
            <a:ext cx="7372350" cy="3219450"/>
          </a:xfrm>
          <a:prstGeom prst="rect">
            <a:avLst/>
          </a:prstGeom>
          <a:noFill/>
          <a:ln w="0">
            <a:noFill/>
            <a:prstDash val="solid"/>
          </a:ln>
        </p:spPr>
        <p:txBody>
          <a:bodyPr lIns="57150" tIns="38100" rIns="57150" bIns="38100" anchor="ctr">
            <a:normAutofit/>
          </a:bodyPr>
          <a:lstStyle/>
          <a:p>
            <a:pPr marL="0" indent="0" algn="l">
              <a:lnSpc>
                <a:spcPct val="110000"/>
              </a:lnSpc>
              <a:spcAft>
                <a:spcPts val="4"/>
              </a:spcAft>
              <a:buNone/>
              <a:defRPr sz="2025" b="0">
                <a:solidFill>
                  <a:srgbClr val="061E4A"/>
                </a:solidFill>
                <a:latin typeface="Aptos"/>
                <a:ea typeface="Aptos"/>
                <a:cs typeface="Aptos"/>
              </a:defRPr>
            </a:pPr>
            <a:r>
              <a:rPr lang="vi-VN" sz="2025" b="1" dirty="0">
                <a:solidFill>
                  <a:schemeClr val="tx2">
                    <a:lumMod val="75000"/>
                  </a:schemeClr>
                </a:solidFill>
                <a:latin typeface="Aptos"/>
                <a:ea typeface="Aptos"/>
                <a:cs typeface="Aptos"/>
              </a:rPr>
              <a:t>BẠN CẦN NHIỀU THÔNG TIN HƠN NỮA VÀ CHI TIẾT ĐẾN MỨC CÓ THỂ TRIỂN KHAI DƯỚI SỰ HƯỚNG DẪN CỤ THỂ HƠN VÌ BẠN BIẾT ĐÂY LÀ HỆ THỐNG QUAN TRỌNG NHẤT ĐỂ XÂY DỰNG SỰ NGHIỆP BÙNG NỔ.</a:t>
            </a:r>
          </a:p>
        </p:txBody>
      </p:sp>
      <p:sp>
        <p:nvSpPr>
          <p:cNvPr id="5" name="icon-badge-message-square-text">
            <a:extLst>
              <a:ext uri="{FF2B5EF4-FFF2-40B4-BE49-F238E27FC236}">
                <a16:creationId xmlns:a16="http://schemas.microsoft.com/office/drawing/2014/main" id="{7976D151-59F3-4BA2-9249-410756375862}"/>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23043477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6" name="statement-panel">
            <a:extLst>
              <a:ext uri="{FF2B5EF4-FFF2-40B4-BE49-F238E27FC236}">
                <a16:creationId xmlns:a16="http://schemas.microsoft.com/office/drawing/2014/main" id="{A74CC5CA-0C96-4240-A3A4-2E7C5548B83F}"/>
              </a:ext>
            </a:extLst>
          </p:cNvPr>
          <p:cNvSpPr>
            <a:spLocks noGrp="1"/>
          </p:cNvSpPr>
          <p:nvPr/>
        </p:nvSpPr>
        <p:spPr>
          <a:xfrm>
            <a:off x="552450" y="876300"/>
            <a:ext cx="7810500" cy="4762500"/>
          </a:xfrm>
          <a:prstGeom prst="roundRect">
            <a:avLst>
              <a:gd name="adj" fmla="val 5600"/>
            </a:avLst>
          </a:prstGeom>
          <a:solidFill>
            <a:srgbClr val="041A45">
              <a:alpha val="91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2" name="gold-accent">
            <a:extLst>
              <a:ext uri="{FF2B5EF4-FFF2-40B4-BE49-F238E27FC236}">
                <a16:creationId xmlns:a16="http://schemas.microsoft.com/office/drawing/2014/main" id="{D2CAE6D0-F2AD-4DF8-BCA0-84FF9DA2C79D}"/>
              </a:ext>
            </a:extLst>
          </p:cNvPr>
          <p:cNvSpPr>
            <a:spLocks noGrp="1"/>
          </p:cNvSpPr>
          <p:nvPr/>
        </p:nvSpPr>
        <p:spPr>
          <a:xfrm>
            <a:off x="938593" y="2114549"/>
            <a:ext cx="45719" cy="2339463"/>
          </a:xfrm>
          <a:prstGeom prst="rect">
            <a:avLst/>
          </a:prstGeom>
          <a:solidFill>
            <a:srgbClr val="F4C76D"/>
          </a:solidFill>
          <a:ln w="0">
            <a:solidFill>
              <a:srgbClr val="F4C76D"/>
            </a:solidFill>
            <a:prstDash val="solid"/>
          </a:ln>
        </p:spPr>
        <p:txBody>
          <a:bodyPr/>
          <a:lstStyle/>
          <a:p>
            <a:endParaRPr lang="vi-VN"/>
          </a:p>
        </p:txBody>
      </p:sp>
      <p:sp>
        <p:nvSpPr>
          <p:cNvPr id="3" name="statement-copy">
            <a:extLst>
              <a:ext uri="{FF2B5EF4-FFF2-40B4-BE49-F238E27FC236}">
                <a16:creationId xmlns:a16="http://schemas.microsoft.com/office/drawing/2014/main" id="{F6915103-B1BD-41D3-B5CC-4403B3E709C1}"/>
              </a:ext>
            </a:extLst>
          </p:cNvPr>
          <p:cNvSpPr>
            <a:spLocks noGrp="1"/>
          </p:cNvSpPr>
          <p:nvPr/>
        </p:nvSpPr>
        <p:spPr>
          <a:xfrm>
            <a:off x="1295400" y="1466850"/>
            <a:ext cx="6610350" cy="3619500"/>
          </a:xfrm>
          <a:prstGeom prst="rect">
            <a:avLst/>
          </a:prstGeom>
          <a:noFill/>
          <a:ln w="0">
            <a:noFill/>
            <a:prstDash val="solid"/>
          </a:ln>
        </p:spPr>
        <p:txBody>
          <a:bodyPr lIns="57150" tIns="38100" rIns="57150" bIns="38100" anchor="ctr">
            <a:normAutofit/>
          </a:bodyPr>
          <a:lstStyle/>
          <a:p>
            <a:pPr marL="0" indent="0" algn="l">
              <a:lnSpc>
                <a:spcPct val="104000"/>
              </a:lnSpc>
              <a:spcAft>
                <a:spcPts val="4"/>
              </a:spcAft>
              <a:buNone/>
              <a:defRPr sz="2550" b="1">
                <a:solidFill>
                  <a:srgbClr val="FFFFFF"/>
                </a:solidFill>
                <a:latin typeface="Aptos Display"/>
                <a:ea typeface="Aptos Display"/>
                <a:cs typeface="Aptos Display"/>
              </a:defRPr>
            </a:pPr>
            <a:r>
              <a:rPr lang="vi-VN" sz="2550" b="1" dirty="0">
                <a:solidFill>
                  <a:srgbClr val="FFFFFF"/>
                </a:solidFill>
                <a:latin typeface="Aptos Display"/>
                <a:ea typeface="Aptos Display"/>
                <a:cs typeface="Aptos Display"/>
              </a:rPr>
              <a:t>TOÀN BỘ QUY TRÌNH XÂY HỆ THỐNG HỘI TỤ ĐÁM ĐÔNG CŨNG LÀ QUY TRÌNH SỐNG CÒN CỦA CHÚNG TÔI THẾ NÊN CHÚNG TÔI ĐÃ ĐÓNG GÓI CHI TIẾT LẠI VỚI MỤC ĐÍCH LƯU HÀNH NỘI BỘ, HƯỚNG DẪN CHO ĐỘI NGŨ RUỘT</a:t>
            </a:r>
            <a:r>
              <a:rPr lang="en-US" sz="2550" b="1" dirty="0">
                <a:solidFill>
                  <a:srgbClr val="FFFFFF"/>
                </a:solidFill>
                <a:latin typeface="Aptos Display"/>
                <a:ea typeface="Aptos Display"/>
                <a:cs typeface="Aptos Display"/>
              </a:rPr>
              <a:t>.</a:t>
            </a:r>
            <a:endParaRPr lang="vi-VN" sz="2550" b="1" dirty="0">
              <a:solidFill>
                <a:srgbClr val="FFFFFF"/>
              </a:solidFill>
              <a:latin typeface="Aptos Display"/>
              <a:ea typeface="Aptos Display"/>
              <a:cs typeface="Aptos Display"/>
            </a:endParaRPr>
          </a:p>
        </p:txBody>
      </p:sp>
      <p:sp>
        <p:nvSpPr>
          <p:cNvPr id="4" name="icon-badge-message-square-more">
            <a:extLst>
              <a:ext uri="{FF2B5EF4-FFF2-40B4-BE49-F238E27FC236}">
                <a16:creationId xmlns:a16="http://schemas.microsoft.com/office/drawing/2014/main" id="{E4C33B36-2725-40B4-905A-A24598526F10}"/>
              </a:ext>
            </a:extLst>
          </p:cNvPr>
          <p:cNvSpPr>
            <a:spLocks noGrp="1"/>
          </p:cNvSpPr>
          <p:nvPr/>
        </p:nvSpPr>
        <p:spPr>
          <a:xfrm>
            <a:off x="9620250" y="2381250"/>
            <a:ext cx="1447800" cy="14478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0" name="Graphic 9"/>
          <p:cNvPicPr>
            <a:picLocks noChangeAspect="1"/>
          </p:cNvPicPr>
          <p:nvPr/>
        </p:nvPicPr>
        <p:blipFill>
          <a:blip>
            <a:extLst>
              <a:ext uri="{96DAC541-7B7A-43D3-8B79-37D633B846F1}">
                <asvg:svgBlip xmlns:asvg="http://schemas.microsoft.com/office/drawing/2016/SVG/main" r:embed="rId4"/>
              </a:ext>
            </a:extLst>
          </a:blip>
          <a:stretch/>
        </p:blipFill>
        <p:spPr>
          <a:xfrm>
            <a:off x="9953244" y="2714244"/>
            <a:ext cx="781812" cy="781812"/>
          </a:xfrm>
          <a:prstGeom prst="rect">
            <a:avLst/>
          </a:prstGeom>
        </p:spPr>
      </p:pic>
    </p:spTree>
    <p:extLst>
      <p:ext uri="{BB962C8B-B14F-4D97-AF65-F5344CB8AC3E}">
        <p14:creationId xmlns:p14="http://schemas.microsoft.com/office/powerpoint/2010/main" val="145388938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6" name="statement-panel">
            <a:extLst>
              <a:ext uri="{FF2B5EF4-FFF2-40B4-BE49-F238E27FC236}">
                <a16:creationId xmlns:a16="http://schemas.microsoft.com/office/drawing/2014/main" id="{809242BF-3A49-402D-8913-8F3ED32D706E}"/>
              </a:ext>
            </a:extLst>
          </p:cNvPr>
          <p:cNvSpPr>
            <a:spLocks noGrp="1"/>
          </p:cNvSpPr>
          <p:nvPr/>
        </p:nvSpPr>
        <p:spPr>
          <a:xfrm>
            <a:off x="525655" y="876300"/>
            <a:ext cx="8788195" cy="4762500"/>
          </a:xfrm>
          <a:prstGeom prst="roundRect">
            <a:avLst>
              <a:gd name="adj" fmla="val 5600"/>
            </a:avLst>
          </a:prstGeom>
          <a:solidFill>
            <a:srgbClr val="041A45">
              <a:alpha val="91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2" name="gold-accent">
            <a:extLst>
              <a:ext uri="{FF2B5EF4-FFF2-40B4-BE49-F238E27FC236}">
                <a16:creationId xmlns:a16="http://schemas.microsoft.com/office/drawing/2014/main" id="{896DB912-ACE8-4F42-B831-2896E57BCC1C}"/>
              </a:ext>
            </a:extLst>
          </p:cNvPr>
          <p:cNvSpPr>
            <a:spLocks noGrp="1"/>
          </p:cNvSpPr>
          <p:nvPr/>
        </p:nvSpPr>
        <p:spPr>
          <a:xfrm>
            <a:off x="915927" y="2371343"/>
            <a:ext cx="53587" cy="1787701"/>
          </a:xfrm>
          <a:prstGeom prst="rect">
            <a:avLst/>
          </a:prstGeom>
          <a:solidFill>
            <a:srgbClr val="F4C76D"/>
          </a:solidFill>
          <a:ln w="0">
            <a:solidFill>
              <a:srgbClr val="F4C76D"/>
            </a:solidFill>
            <a:prstDash val="solid"/>
          </a:ln>
        </p:spPr>
        <p:txBody>
          <a:bodyPr/>
          <a:lstStyle/>
          <a:p>
            <a:endParaRPr lang="vi-VN"/>
          </a:p>
        </p:txBody>
      </p:sp>
      <p:sp>
        <p:nvSpPr>
          <p:cNvPr id="3" name="statement-copy">
            <a:extLst>
              <a:ext uri="{FF2B5EF4-FFF2-40B4-BE49-F238E27FC236}">
                <a16:creationId xmlns:a16="http://schemas.microsoft.com/office/drawing/2014/main" id="{F5C25842-0650-4904-A053-D59D036B22D3}"/>
              </a:ext>
            </a:extLst>
          </p:cNvPr>
          <p:cNvSpPr>
            <a:spLocks noGrp="1"/>
          </p:cNvSpPr>
          <p:nvPr/>
        </p:nvSpPr>
        <p:spPr>
          <a:xfrm>
            <a:off x="1268606" y="1466850"/>
            <a:ext cx="7437814" cy="3619500"/>
          </a:xfrm>
          <a:prstGeom prst="rect">
            <a:avLst/>
          </a:prstGeom>
          <a:noFill/>
          <a:ln w="0">
            <a:noFill/>
            <a:prstDash val="solid"/>
          </a:ln>
        </p:spPr>
        <p:txBody>
          <a:bodyPr lIns="57150" tIns="38100" rIns="57150" bIns="38100" anchor="ctr">
            <a:normAutofit/>
          </a:bodyPr>
          <a:lstStyle/>
          <a:p>
            <a:pPr marL="0" indent="0" algn="l">
              <a:lnSpc>
                <a:spcPct val="104000"/>
              </a:lnSpc>
              <a:spcAft>
                <a:spcPts val="4"/>
              </a:spcAft>
              <a:buNone/>
              <a:defRPr sz="3000" b="1">
                <a:solidFill>
                  <a:srgbClr val="FFFFFF"/>
                </a:solidFill>
                <a:latin typeface="Aptos Display"/>
                <a:ea typeface="Aptos Display"/>
                <a:cs typeface="Aptos Display"/>
              </a:defRPr>
            </a:pPr>
            <a:r>
              <a:rPr lang="vi-VN" sz="3000" b="1" dirty="0">
                <a:solidFill>
                  <a:srgbClr val="FFFFFF"/>
                </a:solidFill>
                <a:latin typeface="Aptos Display"/>
                <a:ea typeface="Aptos Display"/>
                <a:cs typeface="Aptos Display"/>
              </a:rPr>
              <a:t>AI TRONG SỐ CÁC BẠN MUỐN NHẬN TOÀN BỘ QUY TRÌNH XÂY KÊNH ĐỂ THU HÚT HÀNG CHỤC TRIỆU LƯỢT XEM, HÀNG TRIỆU LƯỢT TIẾP CẬN MỖI THÁNG?</a:t>
            </a:r>
          </a:p>
        </p:txBody>
      </p:sp>
      <p:sp>
        <p:nvSpPr>
          <p:cNvPr id="4" name="icon-badge-speech">
            <a:extLst>
              <a:ext uri="{FF2B5EF4-FFF2-40B4-BE49-F238E27FC236}">
                <a16:creationId xmlns:a16="http://schemas.microsoft.com/office/drawing/2014/main" id="{4DF60B84-D6DC-46BD-B02A-B2EDB16DFDF8}"/>
              </a:ext>
            </a:extLst>
          </p:cNvPr>
          <p:cNvSpPr>
            <a:spLocks noGrp="1"/>
          </p:cNvSpPr>
          <p:nvPr/>
        </p:nvSpPr>
        <p:spPr>
          <a:xfrm>
            <a:off x="9593455" y="2381250"/>
            <a:ext cx="1629031" cy="14478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0" name="Graphic 9"/>
          <p:cNvPicPr>
            <a:picLocks noChangeAspect="1"/>
          </p:cNvPicPr>
          <p:nvPr/>
        </p:nvPicPr>
        <p:blipFill>
          <a:blip>
            <a:extLst>
              <a:ext uri="{96DAC541-7B7A-43D3-8B79-37D633B846F1}">
                <asvg:svgBlip xmlns:asvg="http://schemas.microsoft.com/office/drawing/2016/SVG/main" r:embed="rId4"/>
              </a:ext>
            </a:extLst>
          </a:blip>
          <a:stretch/>
        </p:blipFill>
        <p:spPr>
          <a:xfrm>
            <a:off x="9926449" y="2714244"/>
            <a:ext cx="879677" cy="781812"/>
          </a:xfrm>
          <a:prstGeom prst="rect">
            <a:avLst/>
          </a:prstGeom>
        </p:spPr>
      </p:pic>
    </p:spTree>
    <p:extLst>
      <p:ext uri="{BB962C8B-B14F-4D97-AF65-F5344CB8AC3E}">
        <p14:creationId xmlns:p14="http://schemas.microsoft.com/office/powerpoint/2010/main" val="36650940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FFDE64B0-9D32-487C-A2B1-9EED35DB7961}"/>
              </a:ext>
            </a:extLst>
          </p:cNvPr>
          <p:cNvSpPr>
            <a:spLocks noGrp="1"/>
          </p:cNvSpPr>
          <p:nvPr/>
        </p:nvSpPr>
        <p:spPr>
          <a:xfrm>
            <a:off x="685800" y="1304925"/>
            <a:ext cx="9501896"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3F8449EC-2F03-4DA2-9599-D506C8112F6B}"/>
              </a:ext>
            </a:extLst>
          </p:cNvPr>
          <p:cNvSpPr>
            <a:spLocks noGrp="1"/>
          </p:cNvSpPr>
          <p:nvPr/>
        </p:nvSpPr>
        <p:spPr>
          <a:xfrm>
            <a:off x="685800" y="2045110"/>
            <a:ext cx="7655814" cy="1976283"/>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990F6F54-4310-4D32-B758-DA9FDA43A0E3}"/>
              </a:ext>
            </a:extLst>
          </p:cNvPr>
          <p:cNvSpPr>
            <a:spLocks noGrp="1"/>
          </p:cNvSpPr>
          <p:nvPr/>
        </p:nvSpPr>
        <p:spPr>
          <a:xfrm>
            <a:off x="685800" y="495300"/>
            <a:ext cx="9501896"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600" b="1">
                <a:solidFill>
                  <a:srgbClr val="FFFFFF"/>
                </a:solidFill>
                <a:latin typeface="Aptos Display"/>
                <a:ea typeface="Aptos Display"/>
                <a:cs typeface="Aptos Display"/>
              </a:defRPr>
            </a:pPr>
            <a:r>
              <a:rPr lang="en-US" sz="3600" b="1" dirty="0">
                <a:solidFill>
                  <a:srgbClr val="FFFFFF"/>
                </a:solidFill>
                <a:latin typeface="Aptos Display"/>
                <a:ea typeface="Aptos Display"/>
                <a:cs typeface="Aptos Display"/>
              </a:rPr>
              <a:t>BẠN CÓ ĐỒNG Ý TRONG 10 PHÚT CUỐI</a:t>
            </a:r>
          </a:p>
        </p:txBody>
      </p:sp>
      <p:sp>
        <p:nvSpPr>
          <p:cNvPr id="4" name="body-copy">
            <a:extLst>
              <a:ext uri="{FF2B5EF4-FFF2-40B4-BE49-F238E27FC236}">
                <a16:creationId xmlns:a16="http://schemas.microsoft.com/office/drawing/2014/main" id="{5ABB56B8-DCDD-4736-8143-28F8114DAFE2}"/>
              </a:ext>
            </a:extLst>
          </p:cNvPr>
          <p:cNvSpPr>
            <a:spLocks noGrp="1"/>
          </p:cNvSpPr>
          <p:nvPr/>
        </p:nvSpPr>
        <p:spPr>
          <a:xfrm>
            <a:off x="1028700" y="2671763"/>
            <a:ext cx="7004255" cy="1173726"/>
          </a:xfrm>
          <a:prstGeom prst="rect">
            <a:avLst/>
          </a:prstGeom>
          <a:noFill/>
          <a:ln w="0">
            <a:noFill/>
            <a:prstDash val="solid"/>
          </a:ln>
        </p:spPr>
        <p:txBody>
          <a:bodyPr lIns="57150" tIns="38100" rIns="57150" bIns="38100" anchor="t">
            <a:normAutofit/>
          </a:bodyPr>
          <a:lstStyle/>
          <a:p>
            <a:pPr marL="0" indent="0" algn="l">
              <a:lnSpc>
                <a:spcPct val="110000"/>
              </a:lnSpc>
              <a:spcAft>
                <a:spcPts val="4"/>
              </a:spcAft>
              <a:buNone/>
              <a:defRPr sz="2250" b="0">
                <a:solidFill>
                  <a:srgbClr val="061E4A"/>
                </a:solidFill>
                <a:latin typeface="Aptos"/>
                <a:ea typeface="Aptos"/>
                <a:cs typeface="Aptos"/>
              </a:defRPr>
            </a:pPr>
            <a:r>
              <a:rPr lang="en-US" sz="2250" b="1" dirty="0">
                <a:solidFill>
                  <a:srgbClr val="061E4A"/>
                </a:solidFill>
                <a:latin typeface="Aptos"/>
                <a:ea typeface="Aptos"/>
                <a:cs typeface="Aptos"/>
              </a:rPr>
              <a:t>TÔI SẼ TIẾT LỘ CHO BẠN BÊN TRONG QUY TRÌNH</a:t>
            </a:r>
          </a:p>
          <a:p>
            <a:pPr marL="0" indent="0" algn="l">
              <a:lnSpc>
                <a:spcPct val="110000"/>
              </a:lnSpc>
              <a:spcAft>
                <a:spcPts val="4"/>
              </a:spcAft>
              <a:buNone/>
              <a:defRPr sz="2250" b="0">
                <a:solidFill>
                  <a:srgbClr val="061E4A"/>
                </a:solidFill>
                <a:latin typeface="Aptos"/>
                <a:ea typeface="Aptos"/>
                <a:cs typeface="Aptos"/>
              </a:defRPr>
            </a:pPr>
            <a:r>
              <a:rPr lang="en-US" sz="2250" b="1" dirty="0">
                <a:solidFill>
                  <a:srgbClr val="A87518"/>
                </a:solidFill>
                <a:latin typeface="Aptos"/>
                <a:ea typeface="Aptos"/>
                <a:cs typeface="Aptos"/>
              </a:rPr>
              <a:t>HÚT CỘNG ĐỒNG TỰ ĐỘNG </a:t>
            </a:r>
            <a:r>
              <a:rPr lang="en-US" sz="2250" b="1" dirty="0">
                <a:solidFill>
                  <a:srgbClr val="061E4A"/>
                </a:solidFill>
                <a:latin typeface="Aptos"/>
                <a:ea typeface="Aptos"/>
                <a:cs typeface="Aptos"/>
              </a:rPr>
              <a:t>CÓ GÌ KHÔNG?</a:t>
            </a:r>
          </a:p>
        </p:txBody>
      </p:sp>
      <p:sp>
        <p:nvSpPr>
          <p:cNvPr id="5" name="icon-badge-send">
            <a:extLst>
              <a:ext uri="{FF2B5EF4-FFF2-40B4-BE49-F238E27FC236}">
                <a16:creationId xmlns:a16="http://schemas.microsoft.com/office/drawing/2014/main" id="{F0D7F5DB-7B0F-46EB-93B5-88A80E3228D6}"/>
              </a:ext>
            </a:extLst>
          </p:cNvPr>
          <p:cNvSpPr>
            <a:spLocks noGrp="1"/>
          </p:cNvSpPr>
          <p:nvPr/>
        </p:nvSpPr>
        <p:spPr>
          <a:xfrm>
            <a:off x="9620250" y="2343150"/>
            <a:ext cx="1357414"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33003" cy="771525"/>
          </a:xfrm>
          <a:prstGeom prst="rect">
            <a:avLst/>
          </a:prstGeom>
        </p:spPr>
      </p:pic>
    </p:spTree>
    <p:extLst>
      <p:ext uri="{BB962C8B-B14F-4D97-AF65-F5344CB8AC3E}">
        <p14:creationId xmlns:p14="http://schemas.microsoft.com/office/powerpoint/2010/main" val="160075279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9" name="module-eyebrow">
            <a:extLst>
              <a:ext uri="{FF2B5EF4-FFF2-40B4-BE49-F238E27FC236}">
                <a16:creationId xmlns:a16="http://schemas.microsoft.com/office/drawing/2014/main" id="{C5BABD87-87BA-4636-AF0F-BA670F402DD9}"/>
              </a:ext>
            </a:extLst>
          </p:cNvPr>
          <p:cNvSpPr>
            <a:spLocks noGrp="1"/>
          </p:cNvSpPr>
          <p:nvPr/>
        </p:nvSpPr>
        <p:spPr>
          <a:xfrm>
            <a:off x="685800" y="590550"/>
            <a:ext cx="6196781" cy="276225"/>
          </a:xfrm>
          <a:prstGeom prst="rect">
            <a:avLst/>
          </a:prstGeom>
          <a:noFill/>
          <a:ln w="0">
            <a:noFill/>
            <a:prstDash val="solid"/>
          </a:ln>
        </p:spPr>
        <p:txBody>
          <a:bodyPr lIns="57150" tIns="38100" rIns="57150" bIns="38100" anchor="ctr">
            <a:noAutofit/>
          </a:bodyPr>
          <a:lstStyle/>
          <a:p>
            <a:pPr marL="0" indent="0" algn="l">
              <a:lnSpc>
                <a:spcPct val="108000"/>
              </a:lnSpc>
              <a:spcAft>
                <a:spcPts val="4"/>
              </a:spcAft>
              <a:buNone/>
              <a:defRPr sz="1275" b="1">
                <a:solidFill>
                  <a:srgbClr val="F4C76D"/>
                </a:solidFill>
                <a:latin typeface="Aptos"/>
                <a:ea typeface="Aptos"/>
                <a:cs typeface="Aptos"/>
              </a:defRPr>
            </a:pPr>
            <a:r>
              <a:rPr lang="vi-VN" sz="2000" b="1" dirty="0">
                <a:solidFill>
                  <a:srgbClr val="F4C76D"/>
                </a:solidFill>
                <a:latin typeface="Aptos"/>
                <a:ea typeface="Aptos"/>
                <a:cs typeface="Aptos"/>
              </a:rPr>
              <a:t>XÂY KÊNH ĐỂ NGƯỜI PHÙ HỢP TỰ TÌM ĐẾN</a:t>
            </a:r>
          </a:p>
        </p:txBody>
      </p:sp>
      <p:sp>
        <p:nvSpPr>
          <p:cNvPr id="2" name="module-title">
            <a:extLst>
              <a:ext uri="{FF2B5EF4-FFF2-40B4-BE49-F238E27FC236}">
                <a16:creationId xmlns:a16="http://schemas.microsoft.com/office/drawing/2014/main" id="{429D2A8B-4780-4C5C-9B74-A8D4BCB87B2C}"/>
              </a:ext>
            </a:extLst>
          </p:cNvPr>
          <p:cNvSpPr>
            <a:spLocks noGrp="1"/>
          </p:cNvSpPr>
          <p:nvPr/>
        </p:nvSpPr>
        <p:spPr>
          <a:xfrm>
            <a:off x="685800" y="952500"/>
            <a:ext cx="9620250" cy="781050"/>
          </a:xfrm>
          <a:prstGeom prst="rect">
            <a:avLst/>
          </a:prstGeom>
          <a:noFill/>
          <a:ln w="0">
            <a:noFill/>
            <a:prstDash val="solid"/>
          </a:ln>
        </p:spPr>
        <p:txBody>
          <a:bodyPr lIns="57150" tIns="38100" rIns="57150" bIns="38100" anchor="ctr">
            <a:normAutofit fontScale="73503" lnSpcReduction="20000"/>
          </a:bodyPr>
          <a:lstStyle/>
          <a:p>
            <a:pPr marL="0" indent="0" algn="l">
              <a:lnSpc>
                <a:spcPct val="100000"/>
              </a:lnSpc>
              <a:spcAft>
                <a:spcPts val="4"/>
              </a:spcAft>
              <a:buNone/>
              <a:defRPr sz="3600" b="1">
                <a:solidFill>
                  <a:srgbClr val="FFFFFF"/>
                </a:solidFill>
                <a:latin typeface="Aptos Display"/>
                <a:ea typeface="Aptos Display"/>
                <a:cs typeface="Aptos Display"/>
              </a:defRPr>
            </a:pPr>
            <a:r>
              <a:rPr lang="vi-VN" sz="3600" b="1" dirty="0">
                <a:solidFill>
                  <a:srgbClr val="FFFFFF"/>
                </a:solidFill>
                <a:latin typeface="Aptos Display"/>
                <a:ea typeface="Aptos Display"/>
                <a:cs typeface="Aptos Display"/>
              </a:rPr>
              <a:t>TỪ MỘT NGƯỜI NÓI → MỘT QUY TRÌNH LIÊN TỤC TẠO ĐIỂM CHẠM.</a:t>
            </a:r>
          </a:p>
        </p:txBody>
      </p:sp>
      <p:sp>
        <p:nvSpPr>
          <p:cNvPr id="3" name="module-wide-panel">
            <a:extLst>
              <a:ext uri="{FF2B5EF4-FFF2-40B4-BE49-F238E27FC236}">
                <a16:creationId xmlns:a16="http://schemas.microsoft.com/office/drawing/2014/main" id="{0608C897-18FA-4DBC-8A23-4A6837D70EE5}"/>
              </a:ext>
            </a:extLst>
          </p:cNvPr>
          <p:cNvSpPr>
            <a:spLocks noGrp="1"/>
          </p:cNvSpPr>
          <p:nvPr/>
        </p:nvSpPr>
        <p:spPr>
          <a:xfrm>
            <a:off x="666750" y="1762125"/>
            <a:ext cx="9906000" cy="3333750"/>
          </a:xfrm>
          <a:prstGeom prst="roundRect">
            <a:avLst>
              <a:gd name="adj" fmla="val 7429"/>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4" name="module-wide-copy">
            <a:extLst>
              <a:ext uri="{FF2B5EF4-FFF2-40B4-BE49-F238E27FC236}">
                <a16:creationId xmlns:a16="http://schemas.microsoft.com/office/drawing/2014/main" id="{B78149A9-EE2C-4F30-BB31-994D9F67F7C9}"/>
              </a:ext>
            </a:extLst>
          </p:cNvPr>
          <p:cNvSpPr>
            <a:spLocks noGrp="1"/>
          </p:cNvSpPr>
          <p:nvPr/>
        </p:nvSpPr>
        <p:spPr>
          <a:xfrm>
            <a:off x="1066800" y="2114550"/>
            <a:ext cx="7953375" cy="2619375"/>
          </a:xfrm>
          <a:prstGeom prst="rect">
            <a:avLst/>
          </a:prstGeom>
          <a:noFill/>
          <a:ln w="0">
            <a:noFill/>
            <a:prstDash val="solid"/>
          </a:ln>
        </p:spPr>
        <p:txBody>
          <a:bodyPr lIns="57150" tIns="38100" rIns="57150" bIns="38100" anchor="ctr">
            <a:normAutofit/>
          </a:bodyPr>
          <a:lstStyle/>
          <a:p>
            <a:pPr marL="0" indent="0" algn="l">
              <a:lnSpc>
                <a:spcPct val="110000"/>
              </a:lnSpc>
              <a:spcAft>
                <a:spcPts val="4"/>
              </a:spcAft>
              <a:buNone/>
              <a:defRPr sz="2550" b="1">
                <a:solidFill>
                  <a:srgbClr val="061E4A"/>
                </a:solidFill>
                <a:latin typeface="Aptos"/>
                <a:ea typeface="Aptos"/>
                <a:cs typeface="Aptos"/>
              </a:defRPr>
            </a:pPr>
            <a:r>
              <a:rPr lang="en-US" sz="2550" b="1" dirty="0">
                <a:solidFill>
                  <a:srgbClr val="061E4A"/>
                </a:solidFill>
                <a:latin typeface="Aptos"/>
                <a:ea typeface="Aptos"/>
                <a:cs typeface="Aptos"/>
              </a:rPr>
              <a:t>MỤC TIÊU: HIỂU → TIN → LÀM → ĐO → CẢI THIỆN</a:t>
            </a:r>
          </a:p>
        </p:txBody>
      </p:sp>
      <p:sp>
        <p:nvSpPr>
          <p:cNvPr id="5" name="icon-badge-mail">
            <a:extLst>
              <a:ext uri="{FF2B5EF4-FFF2-40B4-BE49-F238E27FC236}">
                <a16:creationId xmlns:a16="http://schemas.microsoft.com/office/drawing/2014/main" id="{A424EAE4-9CF9-48A8-9115-71FDD6F7252F}"/>
              </a:ext>
            </a:extLst>
          </p:cNvPr>
          <p:cNvSpPr>
            <a:spLocks noGrp="1"/>
          </p:cNvSpPr>
          <p:nvPr/>
        </p:nvSpPr>
        <p:spPr>
          <a:xfrm>
            <a:off x="9305925" y="2809875"/>
            <a:ext cx="990600" cy="990600"/>
          </a:xfrm>
          <a:prstGeom prst="ellipse">
            <a:avLst/>
          </a:prstGeom>
          <a:solidFill>
            <a:srgbClr val="061E4A"/>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4" name="Graphic 13"/>
          <p:cNvPicPr>
            <a:picLocks noChangeAspect="1"/>
          </p:cNvPicPr>
          <p:nvPr/>
        </p:nvPicPr>
        <p:blipFill>
          <a:blip>
            <a:extLst>
              <a:ext uri="{96DAC541-7B7A-43D3-8B79-37D633B846F1}">
                <asvg:svgBlip xmlns:asvg="http://schemas.microsoft.com/office/drawing/2016/SVG/main" r:embed="rId4"/>
              </a:ext>
            </a:extLst>
          </a:blip>
          <a:stretch/>
        </p:blipFill>
        <p:spPr>
          <a:xfrm>
            <a:off x="9533763" y="3037713"/>
            <a:ext cx="534924" cy="534924"/>
          </a:xfrm>
          <a:prstGeom prst="rect">
            <a:avLst/>
          </a:prstGeom>
        </p:spPr>
      </p:pic>
      <p:sp>
        <p:nvSpPr>
          <p:cNvPr id="7" name="footer">
            <a:extLst>
              <a:ext uri="{FF2B5EF4-FFF2-40B4-BE49-F238E27FC236}">
                <a16:creationId xmlns:a16="http://schemas.microsoft.com/office/drawing/2014/main" id="{C4181A51-2B04-440A-8524-F0981853B677}"/>
              </a:ext>
            </a:extLst>
          </p:cNvPr>
          <p:cNvSpPr>
            <a:spLocks noGrp="1"/>
          </p:cNvSpPr>
          <p:nvPr/>
        </p:nvSpPr>
        <p:spPr>
          <a:xfrm>
            <a:off x="685800" y="6257925"/>
            <a:ext cx="8858250" cy="228600"/>
          </a:xfrm>
          <a:prstGeom prst="rect">
            <a:avLst/>
          </a:prstGeom>
          <a:noFill/>
          <a:ln w="0">
            <a:noFill/>
            <a:prstDash val="solid"/>
          </a:ln>
        </p:spPr>
        <p:txBody>
          <a:bodyPr lIns="57150" tIns="38100" rIns="57150" bIns="38100" anchor="ctr">
            <a:normAutofit fontScale="95683" lnSpcReduction="10000"/>
          </a:bodyPr>
          <a:lstStyle/>
          <a:p>
            <a:pPr marL="0" indent="0" algn="l">
              <a:lnSpc>
                <a:spcPct val="108000"/>
              </a:lnSpc>
              <a:spcAft>
                <a:spcPts val="4"/>
              </a:spcAft>
              <a:buNone/>
              <a:defRPr sz="1050" b="1">
                <a:solidFill>
                  <a:srgbClr val="C9D8F0"/>
                </a:solidFill>
                <a:latin typeface="Aptos"/>
                <a:ea typeface="Aptos"/>
                <a:cs typeface="Aptos"/>
              </a:defRPr>
            </a:pPr>
            <a:r>
              <a:rPr lang="en-US" sz="1050" b="1" dirty="0">
                <a:solidFill>
                  <a:srgbClr val="F4C76D"/>
                </a:solidFill>
                <a:latin typeface="Aptos"/>
                <a:ea typeface="Aptos"/>
                <a:cs typeface="Aptos"/>
              </a:rPr>
              <a:t>HÚT CỘNG ĐỒNG TỰ ĐỘNG</a:t>
            </a:r>
            <a:r>
              <a:rPr lang="en-US" sz="1050" b="1" dirty="0">
                <a:solidFill>
                  <a:srgbClr val="C9D8F0"/>
                </a:solidFill>
                <a:latin typeface="Aptos"/>
                <a:ea typeface="Aptos"/>
                <a:cs typeface="Aptos"/>
              </a:rPr>
              <a:t> • ĐÀO TẠO 3 BUỔI</a:t>
            </a:r>
          </a:p>
        </p:txBody>
      </p:sp>
      <p:sp>
        <p:nvSpPr>
          <p:cNvPr id="8" name="page-number">
            <a:extLst>
              <a:ext uri="{FF2B5EF4-FFF2-40B4-BE49-F238E27FC236}">
                <a16:creationId xmlns:a16="http://schemas.microsoft.com/office/drawing/2014/main" id="{CFEAA463-AEA5-43EE-A391-02EDA3D295C1}"/>
              </a:ext>
            </a:extLst>
          </p:cNvPr>
          <p:cNvSpPr>
            <a:spLocks noGrp="1"/>
          </p:cNvSpPr>
          <p:nvPr/>
        </p:nvSpPr>
        <p:spPr>
          <a:xfrm>
            <a:off x="10810875" y="6191250"/>
            <a:ext cx="723900" cy="304800"/>
          </a:xfrm>
          <a:prstGeom prst="rect">
            <a:avLst/>
          </a:prstGeom>
          <a:noFill/>
          <a:ln w="0">
            <a:noFill/>
            <a:prstDash val="solid"/>
          </a:ln>
        </p:spPr>
        <p:txBody>
          <a:bodyPr lIns="57150" tIns="38100" rIns="57150" bIns="38100" anchor="ctr">
            <a:normAutofit/>
          </a:bodyPr>
          <a:lstStyle/>
          <a:p>
            <a:pPr marL="0" indent="0" algn="r">
              <a:lnSpc>
                <a:spcPct val="108000"/>
              </a:lnSpc>
              <a:spcAft>
                <a:spcPts val="4"/>
              </a:spcAft>
              <a:buNone/>
              <a:defRPr sz="1200" b="1">
                <a:solidFill>
                  <a:srgbClr val="F4C76D"/>
                </a:solidFill>
                <a:latin typeface="Aptos"/>
                <a:ea typeface="Aptos"/>
                <a:cs typeface="Aptos"/>
              </a:defRPr>
            </a:pPr>
            <a:r>
              <a:rPr lang="en-US" sz="1200" b="1" dirty="0">
                <a:solidFill>
                  <a:srgbClr val="F4C76D"/>
                </a:solidFill>
                <a:latin typeface="Aptos"/>
                <a:ea typeface="Aptos"/>
                <a:cs typeface="Aptos"/>
              </a:rPr>
              <a:t>20</a:t>
            </a:r>
          </a:p>
        </p:txBody>
      </p:sp>
    </p:spTree>
    <p:extLst>
      <p:ext uri="{BB962C8B-B14F-4D97-AF65-F5344CB8AC3E}">
        <p14:creationId xmlns:p14="http://schemas.microsoft.com/office/powerpoint/2010/main" val="154360371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11" name="module-eyebrow">
            <a:extLst>
              <a:ext uri="{FF2B5EF4-FFF2-40B4-BE49-F238E27FC236}">
                <a16:creationId xmlns:a16="http://schemas.microsoft.com/office/drawing/2014/main" id="{AF8CE36D-3F4A-41E8-A15F-B8A4B5945A8D}"/>
              </a:ext>
            </a:extLst>
          </p:cNvPr>
          <p:cNvSpPr>
            <a:spLocks noGrp="1"/>
          </p:cNvSpPr>
          <p:nvPr/>
        </p:nvSpPr>
        <p:spPr>
          <a:xfrm>
            <a:off x="685800" y="323850"/>
            <a:ext cx="3429000" cy="285750"/>
          </a:xfrm>
          <a:prstGeom prst="rect">
            <a:avLst/>
          </a:prstGeom>
          <a:noFill/>
          <a:ln w="0">
            <a:noFill/>
            <a:prstDash val="solid"/>
          </a:ln>
        </p:spPr>
        <p:txBody>
          <a:bodyPr lIns="57150" tIns="38100" rIns="57150" bIns="38100" anchor="ctr">
            <a:normAutofit fontScale="99855"/>
          </a:bodyPr>
          <a:lstStyle/>
          <a:p>
            <a:pPr marL="0" indent="0" algn="l">
              <a:lnSpc>
                <a:spcPct val="108000"/>
              </a:lnSpc>
              <a:spcAft>
                <a:spcPts val="4"/>
              </a:spcAft>
              <a:buNone/>
              <a:defRPr sz="1275" b="1">
                <a:solidFill>
                  <a:srgbClr val="F4C76D"/>
                </a:solidFill>
                <a:latin typeface="Aptos"/>
                <a:ea typeface="Aptos"/>
                <a:cs typeface="Aptos"/>
              </a:defRPr>
            </a:pPr>
            <a:r>
              <a:rPr lang="en-US" sz="1275" dirty="0">
                <a:solidFill>
                  <a:srgbClr val="F4C76D"/>
                </a:solidFill>
                <a:latin typeface="Aptos"/>
                <a:ea typeface="Aptos"/>
                <a:cs typeface="Aptos"/>
              </a:rPr>
              <a:t>CHÂN DUNG</a:t>
            </a:r>
          </a:p>
        </p:txBody>
      </p:sp>
      <p:sp>
        <p:nvSpPr>
          <p:cNvPr id="2" name="module-title">
            <a:extLst>
              <a:ext uri="{FF2B5EF4-FFF2-40B4-BE49-F238E27FC236}">
                <a16:creationId xmlns:a16="http://schemas.microsoft.com/office/drawing/2014/main" id="{470E4040-D95C-4A2E-B8D5-4192FD9F1B69}"/>
              </a:ext>
            </a:extLst>
          </p:cNvPr>
          <p:cNvSpPr>
            <a:spLocks noGrp="1"/>
          </p:cNvSpPr>
          <p:nvPr/>
        </p:nvSpPr>
        <p:spPr>
          <a:xfrm>
            <a:off x="685800" y="685800"/>
            <a:ext cx="9620250" cy="7810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vi-VN" sz="3900" dirty="0">
                <a:solidFill>
                  <a:srgbClr val="FFFFFF"/>
                </a:solidFill>
                <a:latin typeface="Aptos Display"/>
                <a:ea typeface="Aptos Display"/>
                <a:cs typeface="Aptos Display"/>
              </a:rPr>
              <a:t>CHÂN DUNG NGƯỜI BẠN MUỐN THU HÚT</a:t>
            </a:r>
          </a:p>
        </p:txBody>
      </p:sp>
      <p:sp>
        <p:nvSpPr>
          <p:cNvPr id="3" name="module-left-panel">
            <a:extLst>
              <a:ext uri="{FF2B5EF4-FFF2-40B4-BE49-F238E27FC236}">
                <a16:creationId xmlns:a16="http://schemas.microsoft.com/office/drawing/2014/main" id="{3924346D-B580-4C17-98D3-51E0D9E365E1}"/>
              </a:ext>
            </a:extLst>
          </p:cNvPr>
          <p:cNvSpPr>
            <a:spLocks noGrp="1"/>
          </p:cNvSpPr>
          <p:nvPr/>
        </p:nvSpPr>
        <p:spPr>
          <a:xfrm>
            <a:off x="573959" y="1733550"/>
            <a:ext cx="4602111" cy="3034481"/>
          </a:xfrm>
          <a:prstGeom prst="roundRect">
            <a:avLst>
              <a:gd name="adj" fmla="val 6575"/>
            </a:avLst>
          </a:prstGeom>
          <a:solidFill>
            <a:srgbClr val="062458">
              <a:alpha val="94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4" name="module-right-panel">
            <a:extLst>
              <a:ext uri="{FF2B5EF4-FFF2-40B4-BE49-F238E27FC236}">
                <a16:creationId xmlns:a16="http://schemas.microsoft.com/office/drawing/2014/main" id="{EE22E042-CB40-47BA-A8E3-07F0D94B4F14}"/>
              </a:ext>
            </a:extLst>
          </p:cNvPr>
          <p:cNvSpPr>
            <a:spLocks noGrp="1"/>
          </p:cNvSpPr>
          <p:nvPr/>
        </p:nvSpPr>
        <p:spPr>
          <a:xfrm>
            <a:off x="5379166" y="1714500"/>
            <a:ext cx="6238875" cy="3476625"/>
          </a:xfrm>
          <a:prstGeom prst="roundRect">
            <a:avLst>
              <a:gd name="adj" fmla="val 6575"/>
            </a:avLst>
          </a:prstGeom>
          <a:solidFill>
            <a:srgbClr val="F7F3E8">
              <a:alpha val="97000"/>
            </a:srgbClr>
          </a:solidFill>
          <a:ln w="12383">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5" name="module-callout">
            <a:extLst>
              <a:ext uri="{FF2B5EF4-FFF2-40B4-BE49-F238E27FC236}">
                <a16:creationId xmlns:a16="http://schemas.microsoft.com/office/drawing/2014/main" id="{31EA529A-5E75-4692-80F9-305B91217FF9}"/>
              </a:ext>
            </a:extLst>
          </p:cNvPr>
          <p:cNvSpPr>
            <a:spLocks noGrp="1"/>
          </p:cNvSpPr>
          <p:nvPr/>
        </p:nvSpPr>
        <p:spPr>
          <a:xfrm>
            <a:off x="731889" y="1981200"/>
            <a:ext cx="4602111" cy="2857500"/>
          </a:xfrm>
          <a:prstGeom prst="rect">
            <a:avLst/>
          </a:prstGeom>
          <a:noFill/>
          <a:ln w="0">
            <a:noFill/>
            <a:prstDash val="solid"/>
          </a:ln>
        </p:spPr>
        <p:txBody>
          <a:bodyPr lIns="57150" tIns="38100" rIns="57150" bIns="38100" anchor="ctr">
            <a:normAutofit/>
          </a:bodyPr>
          <a:lstStyle/>
          <a:p>
            <a:pPr marL="0" indent="0" algn="l">
              <a:lnSpc>
                <a:spcPct val="108000"/>
              </a:lnSpc>
              <a:spcAft>
                <a:spcPts val="4"/>
              </a:spcAft>
              <a:buNone/>
              <a:defRPr sz="2100" b="1">
                <a:solidFill>
                  <a:srgbClr val="FFFFFF"/>
                </a:solidFill>
                <a:latin typeface="Aptos Display"/>
                <a:ea typeface="Aptos Display"/>
                <a:cs typeface="Aptos Display"/>
              </a:defRPr>
            </a:pPr>
            <a:r>
              <a:rPr lang="en-US" sz="2100" dirty="0">
                <a:solidFill>
                  <a:srgbClr val="FFFFFF"/>
                </a:solidFill>
                <a:latin typeface="Aptos Display"/>
                <a:ea typeface="Aptos Display"/>
                <a:cs typeface="Aptos Display"/>
              </a:rPr>
              <a:t>ĐỪNG BẮT ĐẦU BẰNG </a:t>
            </a:r>
            <a:r>
              <a:rPr lang="en-US" sz="2100" dirty="0">
                <a:solidFill>
                  <a:srgbClr val="FFC000"/>
                </a:solidFill>
                <a:latin typeface="Aptos Display"/>
                <a:ea typeface="Aptos Display"/>
                <a:cs typeface="Aptos Display"/>
              </a:rPr>
              <a:t>“TÔI BÁN GÌ?”</a:t>
            </a:r>
          </a:p>
          <a:p>
            <a:pPr marL="0" indent="0" algn="l">
              <a:lnSpc>
                <a:spcPct val="108000"/>
              </a:lnSpc>
              <a:spcAft>
                <a:spcPts val="4"/>
              </a:spcAft>
              <a:buNone/>
              <a:defRPr sz="2100" b="1">
                <a:solidFill>
                  <a:srgbClr val="FFFFFF"/>
                </a:solidFill>
                <a:latin typeface="Aptos Display"/>
                <a:ea typeface="Aptos Display"/>
                <a:cs typeface="Aptos Display"/>
              </a:defRPr>
            </a:pPr>
            <a:endParaRPr lang="en-US" sz="2100" dirty="0">
              <a:solidFill>
                <a:srgbClr val="FFC000"/>
              </a:solidFill>
              <a:latin typeface="Aptos Display"/>
              <a:ea typeface="Aptos Display"/>
              <a:cs typeface="Aptos Display"/>
            </a:endParaRPr>
          </a:p>
          <a:p>
            <a:pPr marL="0" indent="0" algn="l">
              <a:lnSpc>
                <a:spcPct val="108000"/>
              </a:lnSpc>
              <a:spcAft>
                <a:spcPts val="4"/>
              </a:spcAft>
              <a:buNone/>
              <a:defRPr sz="2100" b="1">
                <a:solidFill>
                  <a:srgbClr val="FFFFFF"/>
                </a:solidFill>
                <a:latin typeface="Aptos Display"/>
                <a:ea typeface="Aptos Display"/>
                <a:cs typeface="Aptos Display"/>
              </a:defRPr>
            </a:pPr>
            <a:r>
              <a:rPr lang="en-US" sz="2100" dirty="0">
                <a:solidFill>
                  <a:srgbClr val="FFFFFF"/>
                </a:solidFill>
                <a:latin typeface="Aptos Display"/>
                <a:ea typeface="Aptos Display"/>
                <a:cs typeface="Aptos Display"/>
              </a:rPr>
              <a:t>HÃY BẮT ĐẦU </a:t>
            </a:r>
            <a:r>
              <a:rPr lang="en-US" sz="2100" dirty="0">
                <a:solidFill>
                  <a:srgbClr val="FFC000"/>
                </a:solidFill>
                <a:latin typeface="Aptos Display"/>
                <a:ea typeface="Aptos Display"/>
                <a:cs typeface="Aptos Display"/>
              </a:rPr>
              <a:t>BẰNG “TÔI MUỐN GIÚP AI THAY ĐỔI ĐIỀU GÌ?”</a:t>
            </a:r>
          </a:p>
        </p:txBody>
      </p:sp>
      <p:sp>
        <p:nvSpPr>
          <p:cNvPr id="6" name="module-body-1">
            <a:extLst>
              <a:ext uri="{FF2B5EF4-FFF2-40B4-BE49-F238E27FC236}">
                <a16:creationId xmlns:a16="http://schemas.microsoft.com/office/drawing/2014/main" id="{B2CF77B5-EE57-4E10-9565-586BBA635AAC}"/>
              </a:ext>
            </a:extLst>
          </p:cNvPr>
          <p:cNvSpPr>
            <a:spLocks noGrp="1"/>
          </p:cNvSpPr>
          <p:nvPr/>
        </p:nvSpPr>
        <p:spPr>
          <a:xfrm>
            <a:off x="5619750" y="1924050"/>
            <a:ext cx="5572125" cy="3009900"/>
          </a:xfrm>
          <a:prstGeom prst="rect">
            <a:avLst/>
          </a:prstGeom>
          <a:noFill/>
          <a:ln w="0">
            <a:noFill/>
            <a:prstDash val="solid"/>
          </a:ln>
        </p:spPr>
        <p:txBody>
          <a:bodyPr lIns="57150" tIns="38100" rIns="57150" bIns="38100" anchor="t">
            <a:normAutofit fontScale="92500"/>
          </a:bodyPr>
          <a:lstStyle/>
          <a:p>
            <a:pPr marL="285762" indent="-285750" algn="l">
              <a:lnSpc>
                <a:spcPct val="108000"/>
              </a:lnSpc>
              <a:spcAft>
                <a:spcPts val="7"/>
              </a:spcAft>
              <a:buFont typeface="Arial" panose="020B0604020202020204" pitchFamily="34" charset="0"/>
              <a:buChar char="•"/>
              <a:defRPr sz="1725" b="0">
                <a:solidFill>
                  <a:srgbClr val="061E4A"/>
                </a:solidFill>
                <a:latin typeface="Aptos"/>
                <a:ea typeface="Aptos"/>
                <a:cs typeface="Aptos"/>
              </a:defRPr>
            </a:pPr>
            <a:r>
              <a:rPr lang="vi-VN" sz="1725" b="1" dirty="0">
                <a:solidFill>
                  <a:srgbClr val="061E4A"/>
                </a:solidFill>
                <a:latin typeface="Aptos"/>
                <a:ea typeface="Aptos"/>
                <a:cs typeface="Aptos"/>
              </a:rPr>
              <a:t>HỌ ĐANG Ở ĐÂU TRONG CUỘC SỐNG/KINH DOANH?</a:t>
            </a:r>
            <a:endParaRPr lang="en-US" sz="1725" b="1" dirty="0">
              <a:solidFill>
                <a:srgbClr val="061E4A"/>
              </a:solidFill>
              <a:latin typeface="Aptos"/>
              <a:ea typeface="Aptos"/>
              <a:cs typeface="Aptos"/>
            </a:endParaRPr>
          </a:p>
          <a:p>
            <a:pPr marL="285762" indent="-285750" algn="l">
              <a:lnSpc>
                <a:spcPct val="108000"/>
              </a:lnSpc>
              <a:spcAft>
                <a:spcPts val="7"/>
              </a:spcAft>
              <a:buFont typeface="Arial" panose="020B0604020202020204" pitchFamily="34" charset="0"/>
              <a:buChar char="•"/>
              <a:defRPr sz="1725" b="0">
                <a:solidFill>
                  <a:srgbClr val="061E4A"/>
                </a:solidFill>
                <a:latin typeface="Aptos"/>
                <a:ea typeface="Aptos"/>
                <a:cs typeface="Aptos"/>
              </a:defRPr>
            </a:pPr>
            <a:endParaRPr lang="vi-VN" sz="1725" b="1" dirty="0">
              <a:solidFill>
                <a:srgbClr val="061E4A"/>
              </a:solidFill>
              <a:latin typeface="Aptos"/>
              <a:ea typeface="Aptos"/>
              <a:cs typeface="Aptos"/>
            </a:endParaRPr>
          </a:p>
          <a:p>
            <a:pPr marL="285762" indent="-285750" algn="l">
              <a:lnSpc>
                <a:spcPct val="108000"/>
              </a:lnSpc>
              <a:spcAft>
                <a:spcPts val="7"/>
              </a:spcAft>
              <a:buFont typeface="Arial" panose="020B0604020202020204" pitchFamily="34" charset="0"/>
              <a:buChar char="•"/>
              <a:defRPr sz="1725" b="0">
                <a:solidFill>
                  <a:srgbClr val="061E4A"/>
                </a:solidFill>
                <a:latin typeface="Aptos"/>
                <a:ea typeface="Aptos"/>
                <a:cs typeface="Aptos"/>
              </a:defRPr>
            </a:pPr>
            <a:r>
              <a:rPr lang="vi-VN" sz="1725" b="1" dirty="0">
                <a:solidFill>
                  <a:srgbClr val="061E4A"/>
                </a:solidFill>
                <a:latin typeface="Aptos"/>
                <a:ea typeface="Aptos"/>
                <a:cs typeface="Aptos"/>
              </a:rPr>
              <a:t>HỌ ĐANG ĐAU Ở ĐÂU?</a:t>
            </a:r>
            <a:endParaRPr lang="en-US" sz="1725" b="1" dirty="0">
              <a:solidFill>
                <a:srgbClr val="061E4A"/>
              </a:solidFill>
              <a:latin typeface="Aptos"/>
              <a:ea typeface="Aptos"/>
              <a:cs typeface="Aptos"/>
            </a:endParaRPr>
          </a:p>
          <a:p>
            <a:pPr marL="285762" indent="-285750" algn="l">
              <a:lnSpc>
                <a:spcPct val="108000"/>
              </a:lnSpc>
              <a:spcAft>
                <a:spcPts val="7"/>
              </a:spcAft>
              <a:buFont typeface="Arial" panose="020B0604020202020204" pitchFamily="34" charset="0"/>
              <a:buChar char="•"/>
              <a:defRPr sz="1725" b="0">
                <a:solidFill>
                  <a:srgbClr val="061E4A"/>
                </a:solidFill>
                <a:latin typeface="Aptos"/>
                <a:ea typeface="Aptos"/>
                <a:cs typeface="Aptos"/>
              </a:defRPr>
            </a:pPr>
            <a:endParaRPr lang="vi-VN" sz="1725" b="1" dirty="0">
              <a:solidFill>
                <a:srgbClr val="061E4A"/>
              </a:solidFill>
              <a:latin typeface="Aptos"/>
              <a:ea typeface="Aptos"/>
              <a:cs typeface="Aptos"/>
            </a:endParaRPr>
          </a:p>
          <a:p>
            <a:pPr marL="285762" indent="-285750" algn="l">
              <a:lnSpc>
                <a:spcPct val="108000"/>
              </a:lnSpc>
              <a:spcAft>
                <a:spcPts val="7"/>
              </a:spcAft>
              <a:buFont typeface="Arial" panose="020B0604020202020204" pitchFamily="34" charset="0"/>
              <a:buChar char="•"/>
              <a:defRPr sz="1725" b="0">
                <a:solidFill>
                  <a:srgbClr val="061E4A"/>
                </a:solidFill>
                <a:latin typeface="Aptos"/>
                <a:ea typeface="Aptos"/>
                <a:cs typeface="Aptos"/>
              </a:defRPr>
            </a:pPr>
            <a:r>
              <a:rPr lang="vi-VN" sz="1725" b="1" dirty="0">
                <a:solidFill>
                  <a:srgbClr val="061E4A"/>
                </a:solidFill>
                <a:latin typeface="Aptos"/>
                <a:ea typeface="Aptos"/>
                <a:cs typeface="Aptos"/>
              </a:rPr>
              <a:t>HỌ ĐÃ THỬ CÁCH GÌ?</a:t>
            </a:r>
            <a:endParaRPr lang="en-US" sz="1725" b="1" dirty="0">
              <a:solidFill>
                <a:srgbClr val="061E4A"/>
              </a:solidFill>
              <a:latin typeface="Aptos"/>
              <a:ea typeface="Aptos"/>
              <a:cs typeface="Aptos"/>
            </a:endParaRPr>
          </a:p>
          <a:p>
            <a:pPr marL="285762" indent="-285750" algn="l">
              <a:lnSpc>
                <a:spcPct val="108000"/>
              </a:lnSpc>
              <a:spcAft>
                <a:spcPts val="7"/>
              </a:spcAft>
              <a:buFont typeface="Arial" panose="020B0604020202020204" pitchFamily="34" charset="0"/>
              <a:buChar char="•"/>
              <a:defRPr sz="1725" b="0">
                <a:solidFill>
                  <a:srgbClr val="061E4A"/>
                </a:solidFill>
                <a:latin typeface="Aptos"/>
                <a:ea typeface="Aptos"/>
                <a:cs typeface="Aptos"/>
              </a:defRPr>
            </a:pPr>
            <a:endParaRPr lang="vi-VN" sz="1725" b="1" dirty="0">
              <a:solidFill>
                <a:srgbClr val="061E4A"/>
              </a:solidFill>
              <a:latin typeface="Aptos"/>
              <a:ea typeface="Aptos"/>
              <a:cs typeface="Aptos"/>
            </a:endParaRPr>
          </a:p>
          <a:p>
            <a:pPr marL="285762" indent="-285750" algn="l">
              <a:lnSpc>
                <a:spcPct val="108000"/>
              </a:lnSpc>
              <a:spcAft>
                <a:spcPts val="7"/>
              </a:spcAft>
              <a:buFont typeface="Arial" panose="020B0604020202020204" pitchFamily="34" charset="0"/>
              <a:buChar char="•"/>
              <a:defRPr sz="1725" b="0">
                <a:solidFill>
                  <a:srgbClr val="061E4A"/>
                </a:solidFill>
                <a:latin typeface="Aptos"/>
                <a:ea typeface="Aptos"/>
                <a:cs typeface="Aptos"/>
              </a:defRPr>
            </a:pPr>
            <a:r>
              <a:rPr lang="vi-VN" sz="1725" b="1" dirty="0">
                <a:solidFill>
                  <a:srgbClr val="061E4A"/>
                </a:solidFill>
                <a:latin typeface="Aptos"/>
                <a:ea typeface="Aptos"/>
                <a:cs typeface="Aptos"/>
              </a:rPr>
              <a:t>ĐIỀU GÌ KHIẾN HỌ CHƯA THAY ĐỔI?</a:t>
            </a:r>
            <a:endParaRPr lang="en-US" sz="1725" b="1" dirty="0">
              <a:solidFill>
                <a:srgbClr val="061E4A"/>
              </a:solidFill>
              <a:latin typeface="Aptos"/>
              <a:ea typeface="Aptos"/>
              <a:cs typeface="Aptos"/>
            </a:endParaRPr>
          </a:p>
          <a:p>
            <a:pPr marL="12" algn="l">
              <a:lnSpc>
                <a:spcPct val="108000"/>
              </a:lnSpc>
              <a:spcAft>
                <a:spcPts val="7"/>
              </a:spcAft>
              <a:defRPr sz="1725" b="0">
                <a:solidFill>
                  <a:srgbClr val="061E4A"/>
                </a:solidFill>
                <a:latin typeface="Aptos"/>
                <a:ea typeface="Aptos"/>
                <a:cs typeface="Aptos"/>
              </a:defRPr>
            </a:pPr>
            <a:endParaRPr lang="vi-VN" sz="1725" b="1" dirty="0">
              <a:solidFill>
                <a:srgbClr val="061E4A"/>
              </a:solidFill>
              <a:latin typeface="Aptos"/>
              <a:ea typeface="Aptos"/>
              <a:cs typeface="Aptos"/>
            </a:endParaRPr>
          </a:p>
          <a:p>
            <a:pPr marL="285762" indent="-285750" algn="l">
              <a:lnSpc>
                <a:spcPct val="108000"/>
              </a:lnSpc>
              <a:spcAft>
                <a:spcPts val="7"/>
              </a:spcAft>
              <a:buFont typeface="Arial" panose="020B0604020202020204" pitchFamily="34" charset="0"/>
              <a:buChar char="•"/>
              <a:defRPr sz="1725" b="0">
                <a:solidFill>
                  <a:srgbClr val="061E4A"/>
                </a:solidFill>
                <a:latin typeface="Aptos"/>
                <a:ea typeface="Aptos"/>
                <a:cs typeface="Aptos"/>
              </a:defRPr>
            </a:pPr>
            <a:r>
              <a:rPr lang="vi-VN" sz="1725" b="1" dirty="0">
                <a:solidFill>
                  <a:srgbClr val="061E4A"/>
                </a:solidFill>
                <a:latin typeface="Aptos"/>
                <a:ea typeface="Aptos"/>
                <a:cs typeface="Aptos"/>
              </a:rPr>
              <a:t>HỌ THỰC SỰ MUỐN ĐẠT ĐIỀU GÌ?</a:t>
            </a:r>
            <a:endParaRPr lang="en-US" sz="1725" b="1" dirty="0">
              <a:solidFill>
                <a:srgbClr val="061E4A"/>
              </a:solidFill>
              <a:latin typeface="Aptos"/>
              <a:ea typeface="Aptos"/>
              <a:cs typeface="Aptos"/>
            </a:endParaRPr>
          </a:p>
          <a:p>
            <a:pPr marL="285762" indent="-285750" algn="l">
              <a:lnSpc>
                <a:spcPct val="108000"/>
              </a:lnSpc>
              <a:spcAft>
                <a:spcPts val="7"/>
              </a:spcAft>
              <a:buFont typeface="Arial" panose="020B0604020202020204" pitchFamily="34" charset="0"/>
              <a:buChar char="•"/>
              <a:defRPr sz="1725" b="0">
                <a:solidFill>
                  <a:srgbClr val="061E4A"/>
                </a:solidFill>
                <a:latin typeface="Aptos"/>
                <a:ea typeface="Aptos"/>
                <a:cs typeface="Aptos"/>
              </a:defRPr>
            </a:pPr>
            <a:endParaRPr lang="vi-VN" sz="1725" b="1" dirty="0">
              <a:solidFill>
                <a:srgbClr val="061E4A"/>
              </a:solidFill>
              <a:latin typeface="Aptos"/>
              <a:ea typeface="Aptos"/>
              <a:cs typeface="Aptos"/>
            </a:endParaRPr>
          </a:p>
          <a:p>
            <a:pPr marL="285762" indent="-285750" algn="l">
              <a:lnSpc>
                <a:spcPct val="108000"/>
              </a:lnSpc>
              <a:spcAft>
                <a:spcPts val="7"/>
              </a:spcAft>
              <a:buFont typeface="Arial" panose="020B0604020202020204" pitchFamily="34" charset="0"/>
              <a:buChar char="•"/>
              <a:defRPr sz="1725" b="0">
                <a:solidFill>
                  <a:srgbClr val="061E4A"/>
                </a:solidFill>
                <a:latin typeface="Aptos"/>
                <a:ea typeface="Aptos"/>
                <a:cs typeface="Aptos"/>
              </a:defRPr>
            </a:pPr>
            <a:r>
              <a:rPr lang="vi-VN" sz="1725" b="1" dirty="0">
                <a:solidFill>
                  <a:srgbClr val="061E4A"/>
                </a:solidFill>
                <a:latin typeface="Aptos"/>
                <a:ea typeface="Aptos"/>
                <a:cs typeface="Aptos"/>
              </a:rPr>
              <a:t>HỌ SỢ MẤT ĐIỀU GÌ NẾU TIẾP TỤC NHƯ HIỆN TẠI?</a:t>
            </a:r>
          </a:p>
        </p:txBody>
      </p:sp>
      <p:sp>
        <p:nvSpPr>
          <p:cNvPr id="7" name="icon-badge-at-sign">
            <a:extLst>
              <a:ext uri="{FF2B5EF4-FFF2-40B4-BE49-F238E27FC236}">
                <a16:creationId xmlns:a16="http://schemas.microsoft.com/office/drawing/2014/main" id="{1F91AD2F-2EE8-4A15-8CE2-0EC6782C54FD}"/>
              </a:ext>
            </a:extLst>
          </p:cNvPr>
          <p:cNvSpPr>
            <a:spLocks noGrp="1"/>
          </p:cNvSpPr>
          <p:nvPr/>
        </p:nvSpPr>
        <p:spPr>
          <a:xfrm>
            <a:off x="10648950" y="523875"/>
            <a:ext cx="723900" cy="7239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8" name="Graphic 17"/>
          <p:cNvPicPr>
            <a:picLocks noChangeAspect="1"/>
          </p:cNvPicPr>
          <p:nvPr/>
        </p:nvPicPr>
        <p:blipFill>
          <a:blip>
            <a:extLst>
              <a:ext uri="{96DAC541-7B7A-43D3-8B79-37D633B846F1}">
                <asvg:svgBlip xmlns:asvg="http://schemas.microsoft.com/office/drawing/2016/SVG/main" r:embed="rId4"/>
              </a:ext>
            </a:extLst>
          </a:blip>
          <a:stretch/>
        </p:blipFill>
        <p:spPr>
          <a:xfrm>
            <a:off x="10815447" y="690372"/>
            <a:ext cx="390906" cy="390906"/>
          </a:xfrm>
          <a:prstGeom prst="rect">
            <a:avLst/>
          </a:prstGeom>
        </p:spPr>
      </p:pic>
    </p:spTree>
    <p:extLst>
      <p:ext uri="{BB962C8B-B14F-4D97-AF65-F5344CB8AC3E}">
        <p14:creationId xmlns:p14="http://schemas.microsoft.com/office/powerpoint/2010/main" val="31282736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11" name="module-eyebrow">
            <a:extLst>
              <a:ext uri="{FF2B5EF4-FFF2-40B4-BE49-F238E27FC236}">
                <a16:creationId xmlns:a16="http://schemas.microsoft.com/office/drawing/2014/main" id="{0625C79D-3965-4D7D-8BB3-33B48507F3D2}"/>
              </a:ext>
            </a:extLst>
          </p:cNvPr>
          <p:cNvSpPr>
            <a:spLocks noGrp="1"/>
          </p:cNvSpPr>
          <p:nvPr/>
        </p:nvSpPr>
        <p:spPr>
          <a:xfrm>
            <a:off x="685800" y="323850"/>
            <a:ext cx="3429000" cy="285750"/>
          </a:xfrm>
          <a:prstGeom prst="rect">
            <a:avLst/>
          </a:prstGeom>
          <a:noFill/>
          <a:ln w="0">
            <a:noFill/>
            <a:prstDash val="solid"/>
          </a:ln>
        </p:spPr>
        <p:txBody>
          <a:bodyPr lIns="57150" tIns="38100" rIns="57150" bIns="38100" anchor="ctr">
            <a:normAutofit fontScale="99855"/>
          </a:bodyPr>
          <a:lstStyle/>
          <a:p>
            <a:pPr marL="0" indent="0" algn="l">
              <a:lnSpc>
                <a:spcPct val="108000"/>
              </a:lnSpc>
              <a:spcAft>
                <a:spcPts val="4"/>
              </a:spcAft>
              <a:buNone/>
              <a:defRPr sz="1275" b="1">
                <a:solidFill>
                  <a:srgbClr val="F4C76D"/>
                </a:solidFill>
                <a:latin typeface="Aptos"/>
                <a:ea typeface="Aptos"/>
                <a:cs typeface="Aptos"/>
              </a:defRPr>
            </a:pPr>
            <a:endParaRPr lang="en-US" sz="1275" b="1" dirty="0">
              <a:solidFill>
                <a:srgbClr val="F4C76D"/>
              </a:solidFill>
              <a:latin typeface="Aptos"/>
              <a:ea typeface="Aptos"/>
              <a:cs typeface="Aptos"/>
            </a:endParaRPr>
          </a:p>
        </p:txBody>
      </p:sp>
      <p:sp>
        <p:nvSpPr>
          <p:cNvPr id="2" name="module-title">
            <a:extLst>
              <a:ext uri="{FF2B5EF4-FFF2-40B4-BE49-F238E27FC236}">
                <a16:creationId xmlns:a16="http://schemas.microsoft.com/office/drawing/2014/main" id="{FE6A0BC7-333B-4BDA-95BC-05AAE64FAB13}"/>
              </a:ext>
            </a:extLst>
          </p:cNvPr>
          <p:cNvSpPr>
            <a:spLocks noGrp="1"/>
          </p:cNvSpPr>
          <p:nvPr/>
        </p:nvSpPr>
        <p:spPr>
          <a:xfrm>
            <a:off x="685800" y="685800"/>
            <a:ext cx="9620250" cy="7810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en-US" sz="3900" b="1" dirty="0">
                <a:solidFill>
                  <a:srgbClr val="FFFFFF"/>
                </a:solidFill>
                <a:latin typeface="Aptos Display"/>
                <a:ea typeface="Aptos Display"/>
                <a:cs typeface="Aptos Display"/>
              </a:rPr>
              <a:t>MỘT KÊNH MẠNH CẦN TRẢ LỜI 3 CÂU</a:t>
            </a:r>
          </a:p>
        </p:txBody>
      </p:sp>
      <p:sp>
        <p:nvSpPr>
          <p:cNvPr id="3" name="module-left-panel">
            <a:extLst>
              <a:ext uri="{FF2B5EF4-FFF2-40B4-BE49-F238E27FC236}">
                <a16:creationId xmlns:a16="http://schemas.microsoft.com/office/drawing/2014/main" id="{62459247-23C5-4CB6-84D5-6636E6428F1A}"/>
              </a:ext>
            </a:extLst>
          </p:cNvPr>
          <p:cNvSpPr>
            <a:spLocks noGrp="1"/>
          </p:cNvSpPr>
          <p:nvPr/>
        </p:nvSpPr>
        <p:spPr>
          <a:xfrm>
            <a:off x="666750" y="1714500"/>
            <a:ext cx="4333875" cy="3476625"/>
          </a:xfrm>
          <a:prstGeom prst="roundRect">
            <a:avLst>
              <a:gd name="adj" fmla="val 6575"/>
            </a:avLst>
          </a:prstGeom>
          <a:solidFill>
            <a:srgbClr val="062458">
              <a:alpha val="94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4" name="module-right-panel">
            <a:extLst>
              <a:ext uri="{FF2B5EF4-FFF2-40B4-BE49-F238E27FC236}">
                <a16:creationId xmlns:a16="http://schemas.microsoft.com/office/drawing/2014/main" id="{BC5DF4CA-6C82-46FC-8A6E-5640044F7374}"/>
              </a:ext>
            </a:extLst>
          </p:cNvPr>
          <p:cNvSpPr>
            <a:spLocks noGrp="1"/>
          </p:cNvSpPr>
          <p:nvPr/>
        </p:nvSpPr>
        <p:spPr>
          <a:xfrm>
            <a:off x="5286375" y="1714500"/>
            <a:ext cx="6238875" cy="3476625"/>
          </a:xfrm>
          <a:prstGeom prst="roundRect">
            <a:avLst>
              <a:gd name="adj" fmla="val 6575"/>
            </a:avLst>
          </a:prstGeom>
          <a:solidFill>
            <a:srgbClr val="F7F3E8">
              <a:alpha val="97000"/>
            </a:srgbClr>
          </a:solidFill>
          <a:ln w="12383">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5" name="module-callout">
            <a:extLst>
              <a:ext uri="{FF2B5EF4-FFF2-40B4-BE49-F238E27FC236}">
                <a16:creationId xmlns:a16="http://schemas.microsoft.com/office/drawing/2014/main" id="{7D8D48CD-F4FD-4D43-A89E-9D56B9707992}"/>
              </a:ext>
            </a:extLst>
          </p:cNvPr>
          <p:cNvSpPr>
            <a:spLocks noGrp="1"/>
          </p:cNvSpPr>
          <p:nvPr/>
        </p:nvSpPr>
        <p:spPr>
          <a:xfrm>
            <a:off x="933450" y="1981200"/>
            <a:ext cx="3810000" cy="2857500"/>
          </a:xfrm>
          <a:prstGeom prst="rect">
            <a:avLst/>
          </a:prstGeom>
          <a:noFill/>
          <a:ln w="0">
            <a:noFill/>
            <a:prstDash val="solid"/>
          </a:ln>
        </p:spPr>
        <p:txBody>
          <a:bodyPr lIns="57150" tIns="38100" rIns="57150" bIns="38100" anchor="ctr">
            <a:normAutofit/>
          </a:bodyPr>
          <a:lstStyle/>
          <a:p>
            <a:pPr marL="24" indent="-12" algn="l">
              <a:lnSpc>
                <a:spcPct val="108000"/>
              </a:lnSpc>
              <a:spcAft>
                <a:spcPts val="7"/>
              </a:spcAft>
              <a:buNone/>
              <a:defRPr sz="2100" b="1">
                <a:solidFill>
                  <a:srgbClr val="FFFFFF"/>
                </a:solidFill>
                <a:latin typeface="Aptos Display"/>
                <a:ea typeface="Aptos Display"/>
                <a:cs typeface="Aptos Display"/>
              </a:defRPr>
            </a:pPr>
            <a:r>
              <a:rPr lang="en-US" sz="2100" b="1" dirty="0">
                <a:solidFill>
                  <a:srgbClr val="FFFFFF"/>
                </a:solidFill>
                <a:latin typeface="Aptos Display"/>
                <a:ea typeface="Aptos Display"/>
                <a:cs typeface="Aptos Display"/>
              </a:rPr>
              <a:t>TÔI GIÚP AI?</a:t>
            </a:r>
          </a:p>
          <a:p>
            <a:pPr marL="24" indent="-12" algn="l">
              <a:lnSpc>
                <a:spcPct val="108000"/>
              </a:lnSpc>
              <a:spcAft>
                <a:spcPts val="7"/>
              </a:spcAft>
              <a:buNone/>
              <a:defRPr sz="2100" b="1">
                <a:solidFill>
                  <a:srgbClr val="FFFFFF"/>
                </a:solidFill>
                <a:latin typeface="Aptos Display"/>
                <a:ea typeface="Aptos Display"/>
                <a:cs typeface="Aptos Display"/>
              </a:defRPr>
            </a:pPr>
            <a:endParaRPr lang="en-US" sz="2100" b="1" dirty="0">
              <a:solidFill>
                <a:srgbClr val="FFFFFF"/>
              </a:solidFill>
              <a:latin typeface="Aptos Display"/>
              <a:ea typeface="Aptos Display"/>
              <a:cs typeface="Aptos Display"/>
            </a:endParaRPr>
          </a:p>
          <a:p>
            <a:pPr marL="24" indent="-12" algn="l">
              <a:lnSpc>
                <a:spcPct val="108000"/>
              </a:lnSpc>
              <a:spcAft>
                <a:spcPts val="7"/>
              </a:spcAft>
              <a:buNone/>
              <a:defRPr sz="2100" b="1">
                <a:solidFill>
                  <a:srgbClr val="FFFFFF"/>
                </a:solidFill>
                <a:latin typeface="Aptos Display"/>
                <a:ea typeface="Aptos Display"/>
                <a:cs typeface="Aptos Display"/>
              </a:defRPr>
            </a:pPr>
            <a:r>
              <a:rPr lang="en-US" sz="2100" b="1" dirty="0">
                <a:solidFill>
                  <a:srgbClr val="FFFFFF"/>
                </a:solidFill>
                <a:latin typeface="Aptos Display"/>
                <a:ea typeface="Aptos Display"/>
                <a:cs typeface="Aptos Display"/>
              </a:rPr>
              <a:t>TÔI GIÚP HỌ THAY ĐỔI ĐIỀU GÌ?</a:t>
            </a:r>
          </a:p>
          <a:p>
            <a:pPr marL="24" indent="-12" algn="l">
              <a:lnSpc>
                <a:spcPct val="108000"/>
              </a:lnSpc>
              <a:spcAft>
                <a:spcPts val="7"/>
              </a:spcAft>
              <a:buNone/>
              <a:defRPr sz="2100" b="1">
                <a:solidFill>
                  <a:srgbClr val="FFFFFF"/>
                </a:solidFill>
                <a:latin typeface="Aptos Display"/>
                <a:ea typeface="Aptos Display"/>
                <a:cs typeface="Aptos Display"/>
              </a:defRPr>
            </a:pPr>
            <a:endParaRPr lang="en-US" sz="2100" b="1" dirty="0">
              <a:solidFill>
                <a:srgbClr val="FFFFFF"/>
              </a:solidFill>
              <a:latin typeface="Aptos Display"/>
              <a:ea typeface="Aptos Display"/>
              <a:cs typeface="Aptos Display"/>
            </a:endParaRPr>
          </a:p>
          <a:p>
            <a:pPr marL="24" indent="-12" algn="l">
              <a:lnSpc>
                <a:spcPct val="108000"/>
              </a:lnSpc>
              <a:spcAft>
                <a:spcPts val="7"/>
              </a:spcAft>
              <a:buNone/>
              <a:defRPr sz="2100" b="1">
                <a:solidFill>
                  <a:srgbClr val="FFFFFF"/>
                </a:solidFill>
                <a:latin typeface="Aptos Display"/>
                <a:ea typeface="Aptos Display"/>
                <a:cs typeface="Aptos Display"/>
              </a:defRPr>
            </a:pPr>
            <a:r>
              <a:rPr lang="en-US" sz="2100" b="1" dirty="0">
                <a:solidFill>
                  <a:srgbClr val="FFFFFF"/>
                </a:solidFill>
                <a:latin typeface="Aptos Display"/>
                <a:ea typeface="Aptos Display"/>
                <a:cs typeface="Aptos Display"/>
              </a:rPr>
              <a:t>VÌ SAO HỌ NÊN TIN TÔI?</a:t>
            </a:r>
          </a:p>
        </p:txBody>
      </p:sp>
      <p:sp>
        <p:nvSpPr>
          <p:cNvPr id="6" name="module-body-1">
            <a:extLst>
              <a:ext uri="{FF2B5EF4-FFF2-40B4-BE49-F238E27FC236}">
                <a16:creationId xmlns:a16="http://schemas.microsoft.com/office/drawing/2014/main" id="{B7EE2505-F9C3-4918-84D9-34533C5FC19B}"/>
              </a:ext>
            </a:extLst>
          </p:cNvPr>
          <p:cNvSpPr>
            <a:spLocks noGrp="1"/>
          </p:cNvSpPr>
          <p:nvPr/>
        </p:nvSpPr>
        <p:spPr>
          <a:xfrm>
            <a:off x="5495925" y="1979356"/>
            <a:ext cx="6191250" cy="3009900"/>
          </a:xfrm>
          <a:prstGeom prst="rect">
            <a:avLst/>
          </a:prstGeom>
          <a:noFill/>
          <a:ln w="0">
            <a:noFill/>
            <a:prstDash val="solid"/>
          </a:ln>
        </p:spPr>
        <p:txBody>
          <a:bodyPr lIns="57150" tIns="38100" rIns="57150" bIns="38100" anchor="ctr">
            <a:normAutofit/>
          </a:bodyPr>
          <a:lstStyle/>
          <a:p>
            <a:pPr marL="24" indent="-12" algn="l">
              <a:lnSpc>
                <a:spcPct val="108000"/>
              </a:lnSpc>
              <a:spcAft>
                <a:spcPts val="7"/>
              </a:spcAft>
              <a:buNone/>
              <a:defRPr sz="2550" b="1">
                <a:solidFill>
                  <a:srgbClr val="061E4A"/>
                </a:solidFill>
                <a:latin typeface="Aptos"/>
                <a:ea typeface="Aptos"/>
                <a:cs typeface="Aptos"/>
              </a:defRPr>
            </a:pPr>
            <a:r>
              <a:rPr lang="vi-VN" sz="2550" b="1" dirty="0">
                <a:solidFill>
                  <a:srgbClr val="A87518"/>
                </a:solidFill>
                <a:latin typeface="Aptos"/>
                <a:ea typeface="Aptos"/>
                <a:cs typeface="Aptos"/>
              </a:rPr>
              <a:t>ĐỊNH VỊ</a:t>
            </a:r>
            <a:r>
              <a:rPr lang="vi-VN" sz="2550" b="1" dirty="0">
                <a:solidFill>
                  <a:srgbClr val="061E4A"/>
                </a:solidFill>
                <a:latin typeface="Aptos"/>
                <a:ea typeface="Aptos"/>
                <a:cs typeface="Aptos"/>
              </a:rPr>
              <a:t> =</a:t>
            </a:r>
            <a:r>
              <a:rPr lang="en-US" sz="2550" b="1" dirty="0">
                <a:solidFill>
                  <a:srgbClr val="061E4A"/>
                </a:solidFill>
                <a:latin typeface="Aptos"/>
                <a:ea typeface="Aptos"/>
                <a:cs typeface="Aptos"/>
              </a:rPr>
              <a:t> </a:t>
            </a:r>
            <a:r>
              <a:rPr lang="vi-VN" sz="2550" b="1" dirty="0">
                <a:solidFill>
                  <a:srgbClr val="061E4A"/>
                </a:solidFill>
                <a:latin typeface="Aptos"/>
                <a:ea typeface="Aptos"/>
                <a:cs typeface="Aptos"/>
              </a:rPr>
              <a:t>NGƯỜI + VẤN ĐỀ + GÓC NHÌN</a:t>
            </a:r>
          </a:p>
        </p:txBody>
      </p:sp>
      <p:sp>
        <p:nvSpPr>
          <p:cNvPr id="7" name="icon-badge-phone-call">
            <a:extLst>
              <a:ext uri="{FF2B5EF4-FFF2-40B4-BE49-F238E27FC236}">
                <a16:creationId xmlns:a16="http://schemas.microsoft.com/office/drawing/2014/main" id="{6EE23764-E338-4623-A6E6-34E33F8A6E1B}"/>
              </a:ext>
            </a:extLst>
          </p:cNvPr>
          <p:cNvSpPr>
            <a:spLocks noGrp="1"/>
          </p:cNvSpPr>
          <p:nvPr/>
        </p:nvSpPr>
        <p:spPr>
          <a:xfrm>
            <a:off x="10648950" y="523875"/>
            <a:ext cx="723900" cy="7239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8" name="Graphic 17"/>
          <p:cNvPicPr>
            <a:picLocks noChangeAspect="1"/>
          </p:cNvPicPr>
          <p:nvPr/>
        </p:nvPicPr>
        <p:blipFill>
          <a:blip>
            <a:extLst>
              <a:ext uri="{96DAC541-7B7A-43D3-8B79-37D633B846F1}">
                <asvg:svgBlip xmlns:asvg="http://schemas.microsoft.com/office/drawing/2016/SVG/main" r:embed="rId4"/>
              </a:ext>
            </a:extLst>
          </a:blip>
          <a:stretch/>
        </p:blipFill>
        <p:spPr>
          <a:xfrm>
            <a:off x="10815447" y="690372"/>
            <a:ext cx="390906" cy="390906"/>
          </a:xfrm>
          <a:prstGeom prst="rect">
            <a:avLst/>
          </a:prstGeom>
        </p:spPr>
      </p:pic>
      <p:sp>
        <p:nvSpPr>
          <p:cNvPr id="9" name="footer">
            <a:extLst>
              <a:ext uri="{FF2B5EF4-FFF2-40B4-BE49-F238E27FC236}">
                <a16:creationId xmlns:a16="http://schemas.microsoft.com/office/drawing/2014/main" id="{5E90889E-1A3D-4B8D-92F6-2B986FBB530D}"/>
              </a:ext>
            </a:extLst>
          </p:cNvPr>
          <p:cNvSpPr>
            <a:spLocks noGrp="1"/>
          </p:cNvSpPr>
          <p:nvPr/>
        </p:nvSpPr>
        <p:spPr>
          <a:xfrm>
            <a:off x="685800" y="6257925"/>
            <a:ext cx="8858250" cy="228600"/>
          </a:xfrm>
          <a:prstGeom prst="rect">
            <a:avLst/>
          </a:prstGeom>
          <a:noFill/>
          <a:ln w="0">
            <a:noFill/>
            <a:prstDash val="solid"/>
          </a:ln>
        </p:spPr>
        <p:txBody>
          <a:bodyPr lIns="57150" tIns="38100" rIns="57150" bIns="38100" anchor="ctr">
            <a:normAutofit fontScale="95683" lnSpcReduction="10000"/>
          </a:bodyPr>
          <a:lstStyle/>
          <a:p>
            <a:pPr marL="0" indent="0" algn="l">
              <a:lnSpc>
                <a:spcPct val="108000"/>
              </a:lnSpc>
              <a:spcAft>
                <a:spcPts val="4"/>
              </a:spcAft>
              <a:buNone/>
              <a:defRPr sz="1050" b="1">
                <a:solidFill>
                  <a:srgbClr val="C9D8F0"/>
                </a:solidFill>
                <a:latin typeface="Aptos"/>
                <a:ea typeface="Aptos"/>
                <a:cs typeface="Aptos"/>
              </a:defRPr>
            </a:pPr>
            <a:r>
              <a:rPr lang="en-US" sz="1050" b="1" dirty="0">
                <a:solidFill>
                  <a:srgbClr val="F4C76D"/>
                </a:solidFill>
                <a:latin typeface="Aptos"/>
                <a:ea typeface="Aptos"/>
                <a:cs typeface="Aptos"/>
              </a:rPr>
              <a:t>HÚT CỘNG ĐỒNG TỰ ĐỘNG</a:t>
            </a:r>
            <a:r>
              <a:rPr lang="en-US" sz="1050" b="1" dirty="0">
                <a:solidFill>
                  <a:srgbClr val="C9D8F0"/>
                </a:solidFill>
                <a:latin typeface="Aptos"/>
                <a:ea typeface="Aptos"/>
                <a:cs typeface="Aptos"/>
              </a:rPr>
              <a:t> • ĐÀO TẠO 3 BUỔI</a:t>
            </a:r>
          </a:p>
        </p:txBody>
      </p:sp>
      <p:sp>
        <p:nvSpPr>
          <p:cNvPr id="10" name="page-number">
            <a:extLst>
              <a:ext uri="{FF2B5EF4-FFF2-40B4-BE49-F238E27FC236}">
                <a16:creationId xmlns:a16="http://schemas.microsoft.com/office/drawing/2014/main" id="{C77D0781-321F-43F2-930D-602C9FB903D0}"/>
              </a:ext>
            </a:extLst>
          </p:cNvPr>
          <p:cNvSpPr>
            <a:spLocks noGrp="1"/>
          </p:cNvSpPr>
          <p:nvPr/>
        </p:nvSpPr>
        <p:spPr>
          <a:xfrm>
            <a:off x="10810875" y="6191250"/>
            <a:ext cx="723900" cy="304800"/>
          </a:xfrm>
          <a:prstGeom prst="rect">
            <a:avLst/>
          </a:prstGeom>
          <a:noFill/>
          <a:ln w="0">
            <a:noFill/>
            <a:prstDash val="solid"/>
          </a:ln>
        </p:spPr>
        <p:txBody>
          <a:bodyPr lIns="57150" tIns="38100" rIns="57150" bIns="38100" anchor="ctr">
            <a:normAutofit/>
          </a:bodyPr>
          <a:lstStyle/>
          <a:p>
            <a:pPr marL="0" indent="0" algn="r">
              <a:lnSpc>
                <a:spcPct val="108000"/>
              </a:lnSpc>
              <a:spcAft>
                <a:spcPts val="4"/>
              </a:spcAft>
              <a:buNone/>
              <a:defRPr sz="1200" b="1">
                <a:solidFill>
                  <a:srgbClr val="F4C76D"/>
                </a:solidFill>
                <a:latin typeface="Aptos"/>
                <a:ea typeface="Aptos"/>
                <a:cs typeface="Aptos"/>
              </a:defRPr>
            </a:pPr>
            <a:r>
              <a:rPr lang="en-US" sz="1200" b="1" dirty="0">
                <a:solidFill>
                  <a:srgbClr val="F4C76D"/>
                </a:solidFill>
                <a:latin typeface="Aptos"/>
                <a:ea typeface="Aptos"/>
                <a:cs typeface="Aptos"/>
              </a:rPr>
              <a:t>21</a:t>
            </a:r>
          </a:p>
        </p:txBody>
      </p:sp>
    </p:spTree>
    <p:extLst>
      <p:ext uri="{BB962C8B-B14F-4D97-AF65-F5344CB8AC3E}">
        <p14:creationId xmlns:p14="http://schemas.microsoft.com/office/powerpoint/2010/main" val="96386916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11" name="module-eyebrow">
            <a:extLst>
              <a:ext uri="{FF2B5EF4-FFF2-40B4-BE49-F238E27FC236}">
                <a16:creationId xmlns:a16="http://schemas.microsoft.com/office/drawing/2014/main" id="{2622D9B4-9AB2-4158-BC30-ACC018991438}"/>
              </a:ext>
            </a:extLst>
          </p:cNvPr>
          <p:cNvSpPr>
            <a:spLocks noGrp="1"/>
          </p:cNvSpPr>
          <p:nvPr/>
        </p:nvSpPr>
        <p:spPr>
          <a:xfrm>
            <a:off x="685800" y="323850"/>
            <a:ext cx="3429000" cy="285750"/>
          </a:xfrm>
          <a:prstGeom prst="rect">
            <a:avLst/>
          </a:prstGeom>
          <a:noFill/>
          <a:ln w="0">
            <a:noFill/>
            <a:prstDash val="solid"/>
          </a:ln>
        </p:spPr>
        <p:txBody>
          <a:bodyPr lIns="57150" tIns="38100" rIns="57150" bIns="38100" anchor="ctr">
            <a:normAutofit fontScale="99855"/>
          </a:bodyPr>
          <a:lstStyle/>
          <a:p>
            <a:pPr marL="0" indent="0" algn="l">
              <a:lnSpc>
                <a:spcPct val="108000"/>
              </a:lnSpc>
              <a:spcAft>
                <a:spcPts val="4"/>
              </a:spcAft>
              <a:buNone/>
              <a:defRPr sz="1275" b="1">
                <a:solidFill>
                  <a:srgbClr val="F4C76D"/>
                </a:solidFill>
                <a:latin typeface="Aptos"/>
                <a:ea typeface="Aptos"/>
                <a:cs typeface="Aptos"/>
              </a:defRPr>
            </a:pPr>
            <a:r>
              <a:rPr lang="en-US" sz="1275" b="1" dirty="0">
                <a:solidFill>
                  <a:srgbClr val="F4C76D"/>
                </a:solidFill>
                <a:latin typeface="Aptos"/>
                <a:ea typeface="Aptos"/>
                <a:cs typeface="Aptos"/>
              </a:rPr>
              <a:t>ĐỊNH VỊ</a:t>
            </a:r>
          </a:p>
        </p:txBody>
      </p:sp>
      <p:sp>
        <p:nvSpPr>
          <p:cNvPr id="2" name="module-title">
            <a:extLst>
              <a:ext uri="{FF2B5EF4-FFF2-40B4-BE49-F238E27FC236}">
                <a16:creationId xmlns:a16="http://schemas.microsoft.com/office/drawing/2014/main" id="{06279CFA-9970-4DED-95BB-BE561EF0FAA7}"/>
              </a:ext>
            </a:extLst>
          </p:cNvPr>
          <p:cNvSpPr>
            <a:spLocks noGrp="1"/>
          </p:cNvSpPr>
          <p:nvPr/>
        </p:nvSpPr>
        <p:spPr>
          <a:xfrm>
            <a:off x="685800" y="685800"/>
            <a:ext cx="9620250" cy="7810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en-US" sz="3900" b="1" dirty="0">
                <a:solidFill>
                  <a:srgbClr val="FFFFFF"/>
                </a:solidFill>
                <a:latin typeface="Aptos Display"/>
                <a:ea typeface="Aptos Display"/>
                <a:cs typeface="Aptos Display"/>
              </a:rPr>
              <a:t>ĐỊNH VỊ KHÔNG PHẢI CHỨC DANH</a:t>
            </a:r>
          </a:p>
        </p:txBody>
      </p:sp>
      <p:sp>
        <p:nvSpPr>
          <p:cNvPr id="3" name="module-left-panel">
            <a:extLst>
              <a:ext uri="{FF2B5EF4-FFF2-40B4-BE49-F238E27FC236}">
                <a16:creationId xmlns:a16="http://schemas.microsoft.com/office/drawing/2014/main" id="{6566F7CB-E8F1-46A8-A725-C1DBFF1CE451}"/>
              </a:ext>
            </a:extLst>
          </p:cNvPr>
          <p:cNvSpPr>
            <a:spLocks noGrp="1"/>
          </p:cNvSpPr>
          <p:nvPr/>
        </p:nvSpPr>
        <p:spPr>
          <a:xfrm>
            <a:off x="666750" y="1714500"/>
            <a:ext cx="4333875" cy="3476625"/>
          </a:xfrm>
          <a:prstGeom prst="roundRect">
            <a:avLst>
              <a:gd name="adj" fmla="val 6575"/>
            </a:avLst>
          </a:prstGeom>
          <a:solidFill>
            <a:srgbClr val="062458">
              <a:alpha val="94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4" name="module-right-panel">
            <a:extLst>
              <a:ext uri="{FF2B5EF4-FFF2-40B4-BE49-F238E27FC236}">
                <a16:creationId xmlns:a16="http://schemas.microsoft.com/office/drawing/2014/main" id="{238E3CB6-751C-466A-9236-3BDB180BE348}"/>
              </a:ext>
            </a:extLst>
          </p:cNvPr>
          <p:cNvSpPr>
            <a:spLocks noGrp="1"/>
          </p:cNvSpPr>
          <p:nvPr/>
        </p:nvSpPr>
        <p:spPr>
          <a:xfrm>
            <a:off x="5286375" y="1714500"/>
            <a:ext cx="6238875" cy="3476625"/>
          </a:xfrm>
          <a:prstGeom prst="roundRect">
            <a:avLst>
              <a:gd name="adj" fmla="val 6575"/>
            </a:avLst>
          </a:prstGeom>
          <a:solidFill>
            <a:srgbClr val="F7F3E8">
              <a:alpha val="97000"/>
            </a:srgbClr>
          </a:solidFill>
          <a:ln w="12383">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5" name="module-callout">
            <a:extLst>
              <a:ext uri="{FF2B5EF4-FFF2-40B4-BE49-F238E27FC236}">
                <a16:creationId xmlns:a16="http://schemas.microsoft.com/office/drawing/2014/main" id="{F6F8F18A-645F-438E-975E-187B9ED8BA42}"/>
              </a:ext>
            </a:extLst>
          </p:cNvPr>
          <p:cNvSpPr>
            <a:spLocks noGrp="1"/>
          </p:cNvSpPr>
          <p:nvPr/>
        </p:nvSpPr>
        <p:spPr>
          <a:xfrm>
            <a:off x="933450" y="1981200"/>
            <a:ext cx="3810000" cy="2857500"/>
          </a:xfrm>
          <a:prstGeom prst="rect">
            <a:avLst/>
          </a:prstGeom>
          <a:noFill/>
          <a:ln w="0">
            <a:noFill/>
            <a:prstDash val="solid"/>
          </a:ln>
        </p:spPr>
        <p:txBody>
          <a:bodyPr lIns="57150" tIns="38100" rIns="57150" bIns="38100" anchor="ctr">
            <a:normAutofit/>
          </a:bodyPr>
          <a:lstStyle/>
          <a:p>
            <a:pPr marL="0" indent="0" algn="l">
              <a:lnSpc>
                <a:spcPct val="108000"/>
              </a:lnSpc>
              <a:spcAft>
                <a:spcPts val="4"/>
              </a:spcAft>
              <a:buNone/>
              <a:defRPr sz="2100" b="1">
                <a:solidFill>
                  <a:srgbClr val="FFFFFF"/>
                </a:solidFill>
                <a:latin typeface="Aptos Display"/>
                <a:ea typeface="Aptos Display"/>
                <a:cs typeface="Aptos Display"/>
              </a:defRPr>
            </a:pPr>
            <a:r>
              <a:rPr lang="vi-VN" sz="2100" b="1" dirty="0">
                <a:solidFill>
                  <a:srgbClr val="FFFFFF"/>
                </a:solidFill>
                <a:latin typeface="Aptos Display"/>
                <a:ea typeface="Aptos Display"/>
                <a:cs typeface="Aptos Display"/>
              </a:rPr>
              <a:t>NGƯỜI TA KHÔNG THEO DÕI MỘT DANH XƯNG.</a:t>
            </a:r>
            <a:endParaRPr lang="en-US" sz="2100" b="1" dirty="0">
              <a:solidFill>
                <a:srgbClr val="FFFFFF"/>
              </a:solidFill>
              <a:latin typeface="Aptos Display"/>
              <a:ea typeface="Aptos Display"/>
              <a:cs typeface="Aptos Display"/>
            </a:endParaRPr>
          </a:p>
          <a:p>
            <a:pPr marL="0" indent="0" algn="l">
              <a:lnSpc>
                <a:spcPct val="108000"/>
              </a:lnSpc>
              <a:spcAft>
                <a:spcPts val="4"/>
              </a:spcAft>
              <a:buNone/>
              <a:defRPr sz="2100" b="1">
                <a:solidFill>
                  <a:srgbClr val="FFFFFF"/>
                </a:solidFill>
                <a:latin typeface="Aptos Display"/>
                <a:ea typeface="Aptos Display"/>
                <a:cs typeface="Aptos Display"/>
              </a:defRPr>
            </a:pPr>
            <a:endParaRPr lang="vi-VN" sz="2100" b="1" dirty="0">
              <a:solidFill>
                <a:srgbClr val="FFFFFF"/>
              </a:solidFill>
              <a:latin typeface="Aptos Display"/>
              <a:ea typeface="Aptos Display"/>
              <a:cs typeface="Aptos Display"/>
            </a:endParaRPr>
          </a:p>
          <a:p>
            <a:pPr marL="0" indent="0" algn="l">
              <a:lnSpc>
                <a:spcPct val="108000"/>
              </a:lnSpc>
              <a:spcAft>
                <a:spcPts val="4"/>
              </a:spcAft>
              <a:buNone/>
              <a:defRPr sz="2100" b="1">
                <a:solidFill>
                  <a:srgbClr val="FFFFFF"/>
                </a:solidFill>
                <a:latin typeface="Aptos Display"/>
                <a:ea typeface="Aptos Display"/>
                <a:cs typeface="Aptos Display"/>
              </a:defRPr>
            </a:pPr>
            <a:r>
              <a:rPr lang="vi-VN" sz="2100" b="1" dirty="0">
                <a:solidFill>
                  <a:srgbClr val="FFFFFF"/>
                </a:solidFill>
                <a:latin typeface="Aptos Display"/>
                <a:ea typeface="Aptos Display"/>
                <a:cs typeface="Aptos Display"/>
              </a:rPr>
              <a:t>HỌ THEO DÕI MỘT NGƯỜI GIÚP HỌ NHÌN VẤN ĐỀ RÕ HƠN.</a:t>
            </a:r>
          </a:p>
        </p:txBody>
      </p:sp>
      <p:sp>
        <p:nvSpPr>
          <p:cNvPr id="6" name="module-body-1">
            <a:extLst>
              <a:ext uri="{FF2B5EF4-FFF2-40B4-BE49-F238E27FC236}">
                <a16:creationId xmlns:a16="http://schemas.microsoft.com/office/drawing/2014/main" id="{A7A7AA32-BBD9-4A0D-A1B3-AEB737CD1E0A}"/>
              </a:ext>
            </a:extLst>
          </p:cNvPr>
          <p:cNvSpPr>
            <a:spLocks noGrp="1"/>
          </p:cNvSpPr>
          <p:nvPr/>
        </p:nvSpPr>
        <p:spPr>
          <a:xfrm>
            <a:off x="5619750" y="1924050"/>
            <a:ext cx="5915025" cy="3009900"/>
          </a:xfrm>
          <a:prstGeom prst="rect">
            <a:avLst/>
          </a:prstGeom>
          <a:noFill/>
          <a:ln w="0">
            <a:noFill/>
            <a:prstDash val="solid"/>
          </a:ln>
        </p:spPr>
        <p:txBody>
          <a:bodyPr lIns="57150" tIns="38100" rIns="57150" bIns="38100" anchor="t">
            <a:noAutofit/>
          </a:bodyPr>
          <a:lstStyle/>
          <a:p>
            <a:pPr marL="24" indent="-12" algn="l">
              <a:lnSpc>
                <a:spcPct val="108000"/>
              </a:lnSpc>
              <a:spcAft>
                <a:spcPts val="7"/>
              </a:spcAft>
              <a:buNone/>
              <a:defRPr sz="1725" b="0">
                <a:solidFill>
                  <a:srgbClr val="061E4A"/>
                </a:solidFill>
                <a:latin typeface="Aptos"/>
                <a:ea typeface="Aptos"/>
                <a:cs typeface="Aptos"/>
              </a:defRPr>
            </a:pPr>
            <a:r>
              <a:rPr lang="vi-VN" sz="2000" b="1" dirty="0">
                <a:solidFill>
                  <a:srgbClr val="061E4A"/>
                </a:solidFill>
                <a:latin typeface="Aptos"/>
                <a:ea typeface="Aptos"/>
                <a:cs typeface="Aptos"/>
              </a:rPr>
              <a:t>“TÔI LÀ CHUYÊN GIA…” CHƯA NÓI NGƯỜI KHÁC ĐƯỢC LỢI GÌ.</a:t>
            </a:r>
            <a:endParaRPr lang="en-US" sz="2000" b="1" dirty="0">
              <a:solidFill>
                <a:srgbClr val="061E4A"/>
              </a:solidFill>
              <a:latin typeface="Aptos"/>
              <a:ea typeface="Aptos"/>
              <a:cs typeface="Aptos"/>
            </a:endParaRPr>
          </a:p>
          <a:p>
            <a:pPr marL="24" indent="-12" algn="l">
              <a:lnSpc>
                <a:spcPct val="108000"/>
              </a:lnSpc>
              <a:spcAft>
                <a:spcPts val="7"/>
              </a:spcAft>
              <a:buNone/>
              <a:defRPr sz="1725" b="0">
                <a:solidFill>
                  <a:srgbClr val="061E4A"/>
                </a:solidFill>
                <a:latin typeface="Aptos"/>
                <a:ea typeface="Aptos"/>
                <a:cs typeface="Aptos"/>
              </a:defRPr>
            </a:pPr>
            <a:endParaRPr lang="vi-VN" sz="2000" b="1" dirty="0">
              <a:solidFill>
                <a:srgbClr val="061E4A"/>
              </a:solidFill>
              <a:latin typeface="Aptos"/>
              <a:ea typeface="Aptos"/>
              <a:cs typeface="Aptos"/>
            </a:endParaRPr>
          </a:p>
          <a:p>
            <a:pPr marL="24" indent="-12" algn="l">
              <a:lnSpc>
                <a:spcPct val="108000"/>
              </a:lnSpc>
              <a:spcAft>
                <a:spcPts val="7"/>
              </a:spcAft>
              <a:buNone/>
              <a:defRPr sz="1725" b="0">
                <a:solidFill>
                  <a:srgbClr val="061E4A"/>
                </a:solidFill>
                <a:latin typeface="Aptos"/>
                <a:ea typeface="Aptos"/>
                <a:cs typeface="Aptos"/>
              </a:defRPr>
            </a:pPr>
            <a:r>
              <a:rPr lang="vi-VN" sz="2000" b="1" dirty="0">
                <a:solidFill>
                  <a:srgbClr val="061E4A"/>
                </a:solidFill>
                <a:latin typeface="Aptos"/>
                <a:ea typeface="Aptos"/>
                <a:cs typeface="Aptos"/>
              </a:rPr>
              <a:t>ĐỊNH VỊ TỐT CHO NGƯỜI NGHE BIẾT NGAY: VẤN ĐỀ NÀO BẠN HIỂU SÂU.</a:t>
            </a:r>
            <a:endParaRPr lang="en-US" sz="2000" b="1" dirty="0">
              <a:solidFill>
                <a:srgbClr val="061E4A"/>
              </a:solidFill>
              <a:latin typeface="Aptos"/>
              <a:ea typeface="Aptos"/>
              <a:cs typeface="Aptos"/>
            </a:endParaRPr>
          </a:p>
          <a:p>
            <a:pPr marL="24" indent="-12" algn="l">
              <a:lnSpc>
                <a:spcPct val="108000"/>
              </a:lnSpc>
              <a:spcAft>
                <a:spcPts val="7"/>
              </a:spcAft>
              <a:buNone/>
              <a:defRPr sz="1725" b="0">
                <a:solidFill>
                  <a:srgbClr val="061E4A"/>
                </a:solidFill>
                <a:latin typeface="Aptos"/>
                <a:ea typeface="Aptos"/>
                <a:cs typeface="Aptos"/>
              </a:defRPr>
            </a:pPr>
            <a:endParaRPr lang="vi-VN" sz="2000" b="1" dirty="0">
              <a:solidFill>
                <a:srgbClr val="061E4A"/>
              </a:solidFill>
              <a:latin typeface="Aptos"/>
              <a:ea typeface="Aptos"/>
              <a:cs typeface="Aptos"/>
            </a:endParaRPr>
          </a:p>
          <a:p>
            <a:pPr marL="24" indent="-12" algn="l">
              <a:lnSpc>
                <a:spcPct val="108000"/>
              </a:lnSpc>
              <a:spcAft>
                <a:spcPts val="7"/>
              </a:spcAft>
              <a:buNone/>
              <a:defRPr sz="1725" b="0">
                <a:solidFill>
                  <a:srgbClr val="061E4A"/>
                </a:solidFill>
                <a:latin typeface="Aptos"/>
                <a:ea typeface="Aptos"/>
                <a:cs typeface="Aptos"/>
              </a:defRPr>
            </a:pPr>
            <a:r>
              <a:rPr lang="vi-VN" sz="2000" b="1" dirty="0">
                <a:solidFill>
                  <a:srgbClr val="061E4A"/>
                </a:solidFill>
                <a:latin typeface="Aptos"/>
                <a:ea typeface="Aptos"/>
                <a:cs typeface="Aptos"/>
              </a:rPr>
              <a:t>MỘT NGƯỜI CÓ THỂ CÓ NHIỀU CHUYÊN MÔN NHƯNG NÊN CÓ MỘT CÁNH CỬA VÀO RÕ RÀNG.</a:t>
            </a:r>
          </a:p>
        </p:txBody>
      </p:sp>
      <p:sp>
        <p:nvSpPr>
          <p:cNvPr id="7" name="icon-badge-radio">
            <a:extLst>
              <a:ext uri="{FF2B5EF4-FFF2-40B4-BE49-F238E27FC236}">
                <a16:creationId xmlns:a16="http://schemas.microsoft.com/office/drawing/2014/main" id="{35C9328A-2D5C-4E03-9421-C4860EFFFE62}"/>
              </a:ext>
            </a:extLst>
          </p:cNvPr>
          <p:cNvSpPr>
            <a:spLocks noGrp="1"/>
          </p:cNvSpPr>
          <p:nvPr/>
        </p:nvSpPr>
        <p:spPr>
          <a:xfrm>
            <a:off x="10648950" y="523875"/>
            <a:ext cx="723900" cy="7239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8" name="Graphic 17"/>
          <p:cNvPicPr>
            <a:picLocks noChangeAspect="1"/>
          </p:cNvPicPr>
          <p:nvPr/>
        </p:nvPicPr>
        <p:blipFill>
          <a:blip>
            <a:extLst>
              <a:ext uri="{96DAC541-7B7A-43D3-8B79-37D633B846F1}">
                <asvg:svgBlip xmlns:asvg="http://schemas.microsoft.com/office/drawing/2016/SVG/main" r:embed="rId4"/>
              </a:ext>
            </a:extLst>
          </a:blip>
          <a:stretch/>
        </p:blipFill>
        <p:spPr>
          <a:xfrm>
            <a:off x="10815447" y="690372"/>
            <a:ext cx="390906" cy="390906"/>
          </a:xfrm>
          <a:prstGeom prst="rect">
            <a:avLst/>
          </a:prstGeom>
        </p:spPr>
      </p:pic>
      <p:sp>
        <p:nvSpPr>
          <p:cNvPr id="9" name="footer">
            <a:extLst>
              <a:ext uri="{FF2B5EF4-FFF2-40B4-BE49-F238E27FC236}">
                <a16:creationId xmlns:a16="http://schemas.microsoft.com/office/drawing/2014/main" id="{3B96AB93-8D9B-478A-B419-C7680F4B0678}"/>
              </a:ext>
            </a:extLst>
          </p:cNvPr>
          <p:cNvSpPr>
            <a:spLocks noGrp="1"/>
          </p:cNvSpPr>
          <p:nvPr/>
        </p:nvSpPr>
        <p:spPr>
          <a:xfrm>
            <a:off x="685800" y="6257925"/>
            <a:ext cx="8858250" cy="228600"/>
          </a:xfrm>
          <a:prstGeom prst="rect">
            <a:avLst/>
          </a:prstGeom>
          <a:noFill/>
          <a:ln w="0">
            <a:noFill/>
            <a:prstDash val="solid"/>
          </a:ln>
        </p:spPr>
        <p:txBody>
          <a:bodyPr lIns="57150" tIns="38100" rIns="57150" bIns="38100" anchor="ctr">
            <a:normAutofit fontScale="95683" lnSpcReduction="10000"/>
          </a:bodyPr>
          <a:lstStyle/>
          <a:p>
            <a:pPr marL="0" indent="0" algn="l">
              <a:lnSpc>
                <a:spcPct val="108000"/>
              </a:lnSpc>
              <a:spcAft>
                <a:spcPts val="4"/>
              </a:spcAft>
              <a:buNone/>
              <a:defRPr sz="1050" b="1">
                <a:solidFill>
                  <a:srgbClr val="C9D8F0"/>
                </a:solidFill>
                <a:latin typeface="Aptos"/>
                <a:ea typeface="Aptos"/>
                <a:cs typeface="Aptos"/>
              </a:defRPr>
            </a:pPr>
            <a:r>
              <a:rPr lang="en-US" sz="1050" b="1" dirty="0">
                <a:solidFill>
                  <a:srgbClr val="F4C76D"/>
                </a:solidFill>
                <a:latin typeface="Aptos"/>
                <a:ea typeface="Aptos"/>
                <a:cs typeface="Aptos"/>
              </a:rPr>
              <a:t>HÚT CỘNG ĐỒNG TỰ ĐỘNG</a:t>
            </a:r>
            <a:r>
              <a:rPr lang="en-US" sz="1050" b="1" dirty="0">
                <a:solidFill>
                  <a:srgbClr val="C9D8F0"/>
                </a:solidFill>
                <a:latin typeface="Aptos"/>
                <a:ea typeface="Aptos"/>
                <a:cs typeface="Aptos"/>
              </a:rPr>
              <a:t> • ĐÀO TẠO 3 BUỔI</a:t>
            </a:r>
          </a:p>
        </p:txBody>
      </p:sp>
      <p:sp>
        <p:nvSpPr>
          <p:cNvPr id="10" name="page-number">
            <a:extLst>
              <a:ext uri="{FF2B5EF4-FFF2-40B4-BE49-F238E27FC236}">
                <a16:creationId xmlns:a16="http://schemas.microsoft.com/office/drawing/2014/main" id="{27710D29-7D03-493D-9B99-4379B410D58F}"/>
              </a:ext>
            </a:extLst>
          </p:cNvPr>
          <p:cNvSpPr>
            <a:spLocks noGrp="1"/>
          </p:cNvSpPr>
          <p:nvPr/>
        </p:nvSpPr>
        <p:spPr>
          <a:xfrm>
            <a:off x="10810875" y="6191250"/>
            <a:ext cx="723900" cy="304800"/>
          </a:xfrm>
          <a:prstGeom prst="rect">
            <a:avLst/>
          </a:prstGeom>
          <a:noFill/>
          <a:ln w="0">
            <a:noFill/>
            <a:prstDash val="solid"/>
          </a:ln>
        </p:spPr>
        <p:txBody>
          <a:bodyPr lIns="57150" tIns="38100" rIns="57150" bIns="38100" anchor="ctr">
            <a:normAutofit/>
          </a:bodyPr>
          <a:lstStyle/>
          <a:p>
            <a:pPr marL="0" indent="0" algn="r">
              <a:lnSpc>
                <a:spcPct val="108000"/>
              </a:lnSpc>
              <a:spcAft>
                <a:spcPts val="4"/>
              </a:spcAft>
              <a:buNone/>
              <a:defRPr sz="1200" b="1">
                <a:solidFill>
                  <a:srgbClr val="F4C76D"/>
                </a:solidFill>
                <a:latin typeface="Aptos"/>
                <a:ea typeface="Aptos"/>
                <a:cs typeface="Aptos"/>
              </a:defRPr>
            </a:pPr>
            <a:r>
              <a:rPr lang="en-US" sz="1200" b="1" dirty="0">
                <a:solidFill>
                  <a:srgbClr val="F4C76D"/>
                </a:solidFill>
                <a:latin typeface="Aptos"/>
                <a:ea typeface="Aptos"/>
                <a:cs typeface="Aptos"/>
              </a:rPr>
              <a:t>22</a:t>
            </a:r>
          </a:p>
        </p:txBody>
      </p:sp>
    </p:spTree>
    <p:extLst>
      <p:ext uri="{BB962C8B-B14F-4D97-AF65-F5344CB8AC3E}">
        <p14:creationId xmlns:p14="http://schemas.microsoft.com/office/powerpoint/2010/main" val="178602540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11" name="module-eyebrow">
            <a:extLst>
              <a:ext uri="{FF2B5EF4-FFF2-40B4-BE49-F238E27FC236}">
                <a16:creationId xmlns:a16="http://schemas.microsoft.com/office/drawing/2014/main" id="{2598C6D7-F4C9-41A5-8B77-67DEED652BFC}"/>
              </a:ext>
            </a:extLst>
          </p:cNvPr>
          <p:cNvSpPr>
            <a:spLocks noGrp="1"/>
          </p:cNvSpPr>
          <p:nvPr/>
        </p:nvSpPr>
        <p:spPr>
          <a:xfrm>
            <a:off x="685800" y="323850"/>
            <a:ext cx="3429000" cy="285750"/>
          </a:xfrm>
          <a:prstGeom prst="rect">
            <a:avLst/>
          </a:prstGeom>
          <a:noFill/>
          <a:ln w="0">
            <a:noFill/>
            <a:prstDash val="solid"/>
          </a:ln>
        </p:spPr>
        <p:txBody>
          <a:bodyPr lIns="57150" tIns="38100" rIns="57150" bIns="38100" anchor="ctr">
            <a:normAutofit fontScale="99855"/>
          </a:bodyPr>
          <a:lstStyle/>
          <a:p>
            <a:pPr marL="0" indent="0" algn="l">
              <a:lnSpc>
                <a:spcPct val="108000"/>
              </a:lnSpc>
              <a:spcAft>
                <a:spcPts val="4"/>
              </a:spcAft>
              <a:buNone/>
              <a:defRPr sz="1275" b="1">
                <a:solidFill>
                  <a:srgbClr val="F4C76D"/>
                </a:solidFill>
                <a:latin typeface="Aptos"/>
                <a:ea typeface="Aptos"/>
                <a:cs typeface="Aptos"/>
              </a:defRPr>
            </a:pPr>
            <a:r>
              <a:rPr lang="en-US" sz="1275" b="1" dirty="0">
                <a:solidFill>
                  <a:srgbClr val="F4C76D"/>
                </a:solidFill>
                <a:latin typeface="Aptos"/>
                <a:ea typeface="Aptos"/>
                <a:cs typeface="Aptos"/>
              </a:rPr>
              <a:t>PHỄU TÂM LÝ</a:t>
            </a:r>
          </a:p>
        </p:txBody>
      </p:sp>
      <p:sp>
        <p:nvSpPr>
          <p:cNvPr id="2" name="module-title">
            <a:extLst>
              <a:ext uri="{FF2B5EF4-FFF2-40B4-BE49-F238E27FC236}">
                <a16:creationId xmlns:a16="http://schemas.microsoft.com/office/drawing/2014/main" id="{B6D50620-A0FE-4E96-9A5D-8151FA5EE605}"/>
              </a:ext>
            </a:extLst>
          </p:cNvPr>
          <p:cNvSpPr>
            <a:spLocks noGrp="1"/>
          </p:cNvSpPr>
          <p:nvPr/>
        </p:nvSpPr>
        <p:spPr>
          <a:xfrm>
            <a:off x="685800" y="685800"/>
            <a:ext cx="9620250" cy="7810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vi-VN" sz="3900" b="1" dirty="0">
                <a:solidFill>
                  <a:srgbClr val="FFFFFF"/>
                </a:solidFill>
                <a:latin typeface="Aptos Display"/>
                <a:ea typeface="Aptos Display"/>
                <a:cs typeface="Aptos Display"/>
              </a:rPr>
              <a:t>BẢN ĐỒ HÀNH TRÌNH CỦA MỘT NGƯỜI LẠ</a:t>
            </a:r>
          </a:p>
        </p:txBody>
      </p:sp>
      <p:sp>
        <p:nvSpPr>
          <p:cNvPr id="3" name="module-left-panel">
            <a:extLst>
              <a:ext uri="{FF2B5EF4-FFF2-40B4-BE49-F238E27FC236}">
                <a16:creationId xmlns:a16="http://schemas.microsoft.com/office/drawing/2014/main" id="{41E42156-776B-49FF-A335-7699FEC1E450}"/>
              </a:ext>
            </a:extLst>
          </p:cNvPr>
          <p:cNvSpPr>
            <a:spLocks noGrp="1"/>
          </p:cNvSpPr>
          <p:nvPr/>
        </p:nvSpPr>
        <p:spPr>
          <a:xfrm>
            <a:off x="666750" y="1714500"/>
            <a:ext cx="4711495" cy="3476625"/>
          </a:xfrm>
          <a:prstGeom prst="roundRect">
            <a:avLst>
              <a:gd name="adj" fmla="val 6575"/>
            </a:avLst>
          </a:prstGeom>
          <a:solidFill>
            <a:srgbClr val="062458">
              <a:alpha val="94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4" name="module-right-panel">
            <a:extLst>
              <a:ext uri="{FF2B5EF4-FFF2-40B4-BE49-F238E27FC236}">
                <a16:creationId xmlns:a16="http://schemas.microsoft.com/office/drawing/2014/main" id="{BF0E578C-3D5E-40CD-BE5C-77BD40913128}"/>
              </a:ext>
            </a:extLst>
          </p:cNvPr>
          <p:cNvSpPr>
            <a:spLocks noGrp="1"/>
          </p:cNvSpPr>
          <p:nvPr/>
        </p:nvSpPr>
        <p:spPr>
          <a:xfrm>
            <a:off x="5619750" y="1755058"/>
            <a:ext cx="6238875" cy="3476625"/>
          </a:xfrm>
          <a:prstGeom prst="roundRect">
            <a:avLst>
              <a:gd name="adj" fmla="val 6575"/>
            </a:avLst>
          </a:prstGeom>
          <a:solidFill>
            <a:srgbClr val="F7F3E8">
              <a:alpha val="97000"/>
            </a:srgbClr>
          </a:solidFill>
          <a:ln w="12383">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5" name="module-callout">
            <a:extLst>
              <a:ext uri="{FF2B5EF4-FFF2-40B4-BE49-F238E27FC236}">
                <a16:creationId xmlns:a16="http://schemas.microsoft.com/office/drawing/2014/main" id="{24587522-0B1C-4221-BA8B-9EA2E6A32F7C}"/>
              </a:ext>
            </a:extLst>
          </p:cNvPr>
          <p:cNvSpPr>
            <a:spLocks noGrp="1"/>
          </p:cNvSpPr>
          <p:nvPr/>
        </p:nvSpPr>
        <p:spPr>
          <a:xfrm>
            <a:off x="691945" y="2064620"/>
            <a:ext cx="4686300" cy="2857500"/>
          </a:xfrm>
          <a:prstGeom prst="rect">
            <a:avLst/>
          </a:prstGeom>
          <a:noFill/>
          <a:ln w="0">
            <a:noFill/>
            <a:prstDash val="solid"/>
          </a:ln>
        </p:spPr>
        <p:txBody>
          <a:bodyPr lIns="57150" tIns="38100" rIns="57150" bIns="38100" anchor="ctr">
            <a:normAutofit/>
          </a:bodyPr>
          <a:lstStyle/>
          <a:p>
            <a:pPr marL="0" indent="0" algn="l">
              <a:lnSpc>
                <a:spcPct val="108000"/>
              </a:lnSpc>
              <a:spcAft>
                <a:spcPts val="4"/>
              </a:spcAft>
              <a:buNone/>
              <a:defRPr sz="2100" b="1">
                <a:solidFill>
                  <a:srgbClr val="FFFFFF"/>
                </a:solidFill>
                <a:latin typeface="Aptos Display"/>
                <a:ea typeface="Aptos Display"/>
                <a:cs typeface="Aptos Display"/>
              </a:defRPr>
            </a:pPr>
            <a:r>
              <a:rPr lang="vi-VN" sz="2100" b="1" dirty="0">
                <a:solidFill>
                  <a:srgbClr val="FFFFFF"/>
                </a:solidFill>
                <a:latin typeface="Aptos Display"/>
                <a:ea typeface="Aptos Display"/>
                <a:cs typeface="Aptos Display"/>
              </a:rPr>
              <a:t>PHỄU TỐT KHÔNG ĐẨY NGƯỜI XUỐNG.</a:t>
            </a:r>
            <a:endParaRPr lang="en-US" sz="2100" b="1" dirty="0">
              <a:solidFill>
                <a:srgbClr val="FFFFFF"/>
              </a:solidFill>
              <a:latin typeface="Aptos Display"/>
              <a:ea typeface="Aptos Display"/>
              <a:cs typeface="Aptos Display"/>
            </a:endParaRPr>
          </a:p>
          <a:p>
            <a:pPr marL="0" indent="0" algn="l">
              <a:lnSpc>
                <a:spcPct val="108000"/>
              </a:lnSpc>
              <a:spcAft>
                <a:spcPts val="4"/>
              </a:spcAft>
              <a:buNone/>
              <a:defRPr sz="2100" b="1">
                <a:solidFill>
                  <a:srgbClr val="FFFFFF"/>
                </a:solidFill>
                <a:latin typeface="Aptos Display"/>
                <a:ea typeface="Aptos Display"/>
                <a:cs typeface="Aptos Display"/>
              </a:defRPr>
            </a:pPr>
            <a:r>
              <a:rPr lang="vi-VN" sz="2100" b="1" dirty="0">
                <a:solidFill>
                  <a:srgbClr val="FFFFFF"/>
                </a:solidFill>
                <a:latin typeface="Aptos Display"/>
                <a:ea typeface="Aptos Display"/>
                <a:cs typeface="Aptos Display"/>
              </a:rPr>
              <a:t> </a:t>
            </a:r>
            <a:endParaRPr lang="en-US" sz="2100" b="1" dirty="0">
              <a:solidFill>
                <a:srgbClr val="FFFFFF"/>
              </a:solidFill>
              <a:latin typeface="Aptos Display"/>
              <a:ea typeface="Aptos Display"/>
              <a:cs typeface="Aptos Display"/>
            </a:endParaRPr>
          </a:p>
          <a:p>
            <a:pPr marL="0" indent="0" algn="l">
              <a:lnSpc>
                <a:spcPct val="108000"/>
              </a:lnSpc>
              <a:spcAft>
                <a:spcPts val="4"/>
              </a:spcAft>
              <a:buNone/>
              <a:defRPr sz="2100" b="1">
                <a:solidFill>
                  <a:srgbClr val="FFFFFF"/>
                </a:solidFill>
                <a:latin typeface="Aptos Display"/>
                <a:ea typeface="Aptos Display"/>
                <a:cs typeface="Aptos Display"/>
              </a:defRPr>
            </a:pPr>
            <a:r>
              <a:rPr lang="vi-VN" sz="2100" b="1" dirty="0">
                <a:solidFill>
                  <a:srgbClr val="FFFFFF"/>
                </a:solidFill>
                <a:latin typeface="Aptos Display"/>
                <a:ea typeface="Aptos Display"/>
                <a:cs typeface="Aptos Display"/>
              </a:rPr>
              <a:t>NÓ GIÚP NGƯỜI PHÙ HỢP TỰ ĐI TIẾP.</a:t>
            </a:r>
          </a:p>
        </p:txBody>
      </p:sp>
      <p:sp>
        <p:nvSpPr>
          <p:cNvPr id="6" name="module-body-1">
            <a:extLst>
              <a:ext uri="{FF2B5EF4-FFF2-40B4-BE49-F238E27FC236}">
                <a16:creationId xmlns:a16="http://schemas.microsoft.com/office/drawing/2014/main" id="{204C9CCB-7FE4-4A87-97F1-DF50AEB68615}"/>
              </a:ext>
            </a:extLst>
          </p:cNvPr>
          <p:cNvSpPr>
            <a:spLocks noGrp="1"/>
          </p:cNvSpPr>
          <p:nvPr/>
        </p:nvSpPr>
        <p:spPr>
          <a:xfrm>
            <a:off x="5619750" y="1924050"/>
            <a:ext cx="5572125" cy="3009900"/>
          </a:xfrm>
          <a:prstGeom prst="rect">
            <a:avLst/>
          </a:prstGeom>
          <a:noFill/>
          <a:ln w="0">
            <a:noFill/>
            <a:prstDash val="solid"/>
          </a:ln>
        </p:spPr>
        <p:txBody>
          <a:bodyPr lIns="57150" tIns="38100" rIns="57150" bIns="38100" anchor="t">
            <a:normAutofit fontScale="92500" lnSpcReduction="20000"/>
          </a:bodyPr>
          <a:lstStyle/>
          <a:p>
            <a:pPr marL="0" indent="0" algn="l">
              <a:lnSpc>
                <a:spcPct val="108000"/>
              </a:lnSpc>
              <a:spcAft>
                <a:spcPts val="4"/>
              </a:spcAft>
              <a:buNone/>
              <a:defRPr sz="2025" b="0">
                <a:solidFill>
                  <a:srgbClr val="061E4A"/>
                </a:solidFill>
                <a:latin typeface="Aptos"/>
                <a:ea typeface="Aptos"/>
                <a:cs typeface="Aptos"/>
              </a:defRPr>
            </a:pPr>
            <a:r>
              <a:rPr lang="vi-VN" sz="2025" b="1" dirty="0">
                <a:solidFill>
                  <a:srgbClr val="061E4A"/>
                </a:solidFill>
                <a:latin typeface="Aptos"/>
                <a:ea typeface="Aptos"/>
                <a:cs typeface="Aptos"/>
              </a:rPr>
              <a:t>• NHÌN THẤY → DỪNG LẠI</a:t>
            </a:r>
            <a:endParaRPr lang="en-US" sz="2025" b="1" dirty="0">
              <a:solidFill>
                <a:srgbClr val="061E4A"/>
              </a:solidFill>
              <a:latin typeface="Aptos"/>
              <a:ea typeface="Aptos"/>
              <a:cs typeface="Aptos"/>
            </a:endParaRPr>
          </a:p>
          <a:p>
            <a:pPr marL="0" indent="0" algn="l">
              <a:lnSpc>
                <a:spcPct val="108000"/>
              </a:lnSpc>
              <a:spcAft>
                <a:spcPts val="4"/>
              </a:spcAft>
              <a:buNone/>
              <a:defRPr sz="2025" b="0">
                <a:solidFill>
                  <a:srgbClr val="061E4A"/>
                </a:solidFill>
                <a:latin typeface="Aptos"/>
                <a:ea typeface="Aptos"/>
                <a:cs typeface="Aptos"/>
              </a:defRPr>
            </a:pPr>
            <a:endParaRPr lang="vi-VN" sz="2025" b="1" dirty="0">
              <a:solidFill>
                <a:srgbClr val="061E4A"/>
              </a:solidFill>
              <a:latin typeface="Aptos"/>
              <a:ea typeface="Aptos"/>
              <a:cs typeface="Aptos"/>
            </a:endParaRPr>
          </a:p>
          <a:p>
            <a:pPr marL="0" indent="0" algn="l">
              <a:lnSpc>
                <a:spcPct val="108000"/>
              </a:lnSpc>
              <a:spcAft>
                <a:spcPts val="4"/>
              </a:spcAft>
              <a:buNone/>
              <a:defRPr sz="2025" b="0">
                <a:solidFill>
                  <a:srgbClr val="061E4A"/>
                </a:solidFill>
                <a:latin typeface="Aptos"/>
                <a:ea typeface="Aptos"/>
                <a:cs typeface="Aptos"/>
              </a:defRPr>
            </a:pPr>
            <a:r>
              <a:rPr lang="vi-VN" sz="2025" b="1" dirty="0">
                <a:solidFill>
                  <a:srgbClr val="061E4A"/>
                </a:solidFill>
                <a:latin typeface="Aptos"/>
                <a:ea typeface="Aptos"/>
                <a:cs typeface="Aptos"/>
              </a:rPr>
              <a:t>• ĐỒNG CẢM → NHẬN RA MÌNH</a:t>
            </a:r>
            <a:endParaRPr lang="en-US" sz="2025" b="1" dirty="0">
              <a:solidFill>
                <a:srgbClr val="061E4A"/>
              </a:solidFill>
              <a:latin typeface="Aptos"/>
              <a:ea typeface="Aptos"/>
              <a:cs typeface="Aptos"/>
            </a:endParaRPr>
          </a:p>
          <a:p>
            <a:pPr marL="0" indent="0" algn="l">
              <a:lnSpc>
                <a:spcPct val="108000"/>
              </a:lnSpc>
              <a:spcAft>
                <a:spcPts val="4"/>
              </a:spcAft>
              <a:buNone/>
              <a:defRPr sz="2025" b="0">
                <a:solidFill>
                  <a:srgbClr val="061E4A"/>
                </a:solidFill>
                <a:latin typeface="Aptos"/>
                <a:ea typeface="Aptos"/>
                <a:cs typeface="Aptos"/>
              </a:defRPr>
            </a:pPr>
            <a:endParaRPr lang="vi-VN" sz="2025" b="1" dirty="0">
              <a:solidFill>
                <a:srgbClr val="061E4A"/>
              </a:solidFill>
              <a:latin typeface="Aptos"/>
              <a:ea typeface="Aptos"/>
              <a:cs typeface="Aptos"/>
            </a:endParaRPr>
          </a:p>
          <a:p>
            <a:pPr marL="0" indent="0" algn="l">
              <a:lnSpc>
                <a:spcPct val="108000"/>
              </a:lnSpc>
              <a:spcAft>
                <a:spcPts val="4"/>
              </a:spcAft>
              <a:buNone/>
              <a:defRPr sz="2025" b="0">
                <a:solidFill>
                  <a:srgbClr val="061E4A"/>
                </a:solidFill>
                <a:latin typeface="Aptos"/>
                <a:ea typeface="Aptos"/>
                <a:cs typeface="Aptos"/>
              </a:defRPr>
            </a:pPr>
            <a:r>
              <a:rPr lang="vi-VN" sz="2025" b="1" dirty="0">
                <a:solidFill>
                  <a:srgbClr val="061E4A"/>
                </a:solidFill>
                <a:latin typeface="Aptos"/>
                <a:ea typeface="Aptos"/>
                <a:cs typeface="Aptos"/>
              </a:rPr>
              <a:t>• TIN TƯỞNG → THEO DÕI</a:t>
            </a:r>
            <a:endParaRPr lang="en-US" sz="2025" b="1" dirty="0">
              <a:solidFill>
                <a:srgbClr val="061E4A"/>
              </a:solidFill>
              <a:latin typeface="Aptos"/>
              <a:ea typeface="Aptos"/>
              <a:cs typeface="Aptos"/>
            </a:endParaRPr>
          </a:p>
          <a:p>
            <a:pPr marL="0" indent="0" algn="l">
              <a:lnSpc>
                <a:spcPct val="108000"/>
              </a:lnSpc>
              <a:spcAft>
                <a:spcPts val="4"/>
              </a:spcAft>
              <a:buNone/>
              <a:defRPr sz="2025" b="0">
                <a:solidFill>
                  <a:srgbClr val="061E4A"/>
                </a:solidFill>
                <a:latin typeface="Aptos"/>
                <a:ea typeface="Aptos"/>
                <a:cs typeface="Aptos"/>
              </a:defRPr>
            </a:pPr>
            <a:endParaRPr lang="vi-VN" sz="2025" b="1" dirty="0">
              <a:solidFill>
                <a:srgbClr val="061E4A"/>
              </a:solidFill>
              <a:latin typeface="Aptos"/>
              <a:ea typeface="Aptos"/>
              <a:cs typeface="Aptos"/>
            </a:endParaRPr>
          </a:p>
          <a:p>
            <a:pPr marL="0" indent="0" algn="l">
              <a:lnSpc>
                <a:spcPct val="108000"/>
              </a:lnSpc>
              <a:spcAft>
                <a:spcPts val="4"/>
              </a:spcAft>
              <a:buNone/>
              <a:defRPr sz="2025" b="0">
                <a:solidFill>
                  <a:srgbClr val="061E4A"/>
                </a:solidFill>
                <a:latin typeface="Aptos"/>
                <a:ea typeface="Aptos"/>
                <a:cs typeface="Aptos"/>
              </a:defRPr>
            </a:pPr>
            <a:r>
              <a:rPr lang="vi-VN" sz="2025" b="1" dirty="0">
                <a:solidFill>
                  <a:srgbClr val="061E4A"/>
                </a:solidFill>
                <a:latin typeface="Aptos"/>
                <a:ea typeface="Aptos"/>
                <a:cs typeface="Aptos"/>
              </a:rPr>
              <a:t>• TÒ MÒ → TÌM HIỂU</a:t>
            </a:r>
            <a:endParaRPr lang="en-US" sz="2025" b="1" dirty="0">
              <a:solidFill>
                <a:srgbClr val="061E4A"/>
              </a:solidFill>
              <a:latin typeface="Aptos"/>
              <a:ea typeface="Aptos"/>
              <a:cs typeface="Aptos"/>
            </a:endParaRPr>
          </a:p>
          <a:p>
            <a:pPr marL="0" indent="0" algn="l">
              <a:lnSpc>
                <a:spcPct val="108000"/>
              </a:lnSpc>
              <a:spcAft>
                <a:spcPts val="4"/>
              </a:spcAft>
              <a:buNone/>
              <a:defRPr sz="2025" b="0">
                <a:solidFill>
                  <a:srgbClr val="061E4A"/>
                </a:solidFill>
                <a:latin typeface="Aptos"/>
                <a:ea typeface="Aptos"/>
                <a:cs typeface="Aptos"/>
              </a:defRPr>
            </a:pPr>
            <a:endParaRPr lang="vi-VN" sz="2025" b="1" dirty="0">
              <a:solidFill>
                <a:srgbClr val="061E4A"/>
              </a:solidFill>
              <a:latin typeface="Aptos"/>
              <a:ea typeface="Aptos"/>
              <a:cs typeface="Aptos"/>
            </a:endParaRPr>
          </a:p>
          <a:p>
            <a:pPr marL="0" indent="0" algn="l">
              <a:lnSpc>
                <a:spcPct val="108000"/>
              </a:lnSpc>
              <a:spcAft>
                <a:spcPts val="4"/>
              </a:spcAft>
              <a:buNone/>
              <a:defRPr sz="2025" b="0">
                <a:solidFill>
                  <a:srgbClr val="061E4A"/>
                </a:solidFill>
                <a:latin typeface="Aptos"/>
                <a:ea typeface="Aptos"/>
                <a:cs typeface="Aptos"/>
              </a:defRPr>
            </a:pPr>
            <a:r>
              <a:rPr lang="vi-VN" sz="2025" b="1" dirty="0">
                <a:solidFill>
                  <a:srgbClr val="061E4A"/>
                </a:solidFill>
                <a:latin typeface="Aptos"/>
                <a:ea typeface="Aptos"/>
                <a:cs typeface="Aptos"/>
              </a:rPr>
              <a:t>• TRẢI NGHIỆM → ĐÁNH GIÁ</a:t>
            </a:r>
            <a:endParaRPr lang="en-US" sz="2025" b="1" dirty="0">
              <a:solidFill>
                <a:srgbClr val="061E4A"/>
              </a:solidFill>
              <a:latin typeface="Aptos"/>
              <a:ea typeface="Aptos"/>
              <a:cs typeface="Aptos"/>
            </a:endParaRPr>
          </a:p>
          <a:p>
            <a:pPr marL="0" indent="0" algn="l">
              <a:lnSpc>
                <a:spcPct val="108000"/>
              </a:lnSpc>
              <a:spcAft>
                <a:spcPts val="4"/>
              </a:spcAft>
              <a:buNone/>
              <a:defRPr sz="2025" b="0">
                <a:solidFill>
                  <a:srgbClr val="061E4A"/>
                </a:solidFill>
                <a:latin typeface="Aptos"/>
                <a:ea typeface="Aptos"/>
                <a:cs typeface="Aptos"/>
              </a:defRPr>
            </a:pPr>
            <a:endParaRPr lang="vi-VN" sz="2025" b="1" dirty="0">
              <a:solidFill>
                <a:srgbClr val="061E4A"/>
              </a:solidFill>
              <a:latin typeface="Aptos"/>
              <a:ea typeface="Aptos"/>
              <a:cs typeface="Aptos"/>
            </a:endParaRPr>
          </a:p>
          <a:p>
            <a:pPr marL="0" indent="0" algn="l">
              <a:lnSpc>
                <a:spcPct val="108000"/>
              </a:lnSpc>
              <a:spcAft>
                <a:spcPts val="4"/>
              </a:spcAft>
              <a:buNone/>
              <a:defRPr sz="2025" b="0">
                <a:solidFill>
                  <a:srgbClr val="061E4A"/>
                </a:solidFill>
                <a:latin typeface="Aptos"/>
                <a:ea typeface="Aptos"/>
                <a:cs typeface="Aptos"/>
              </a:defRPr>
            </a:pPr>
            <a:r>
              <a:rPr lang="vi-VN" sz="2025" b="1" dirty="0">
                <a:solidFill>
                  <a:srgbClr val="061E4A"/>
                </a:solidFill>
                <a:latin typeface="Aptos"/>
                <a:ea typeface="Aptos"/>
                <a:cs typeface="Aptos"/>
              </a:rPr>
              <a:t>• PHÙ HỢP → CHỦ ĐỘNG HÀNH ĐỘNG</a:t>
            </a:r>
          </a:p>
        </p:txBody>
      </p:sp>
      <p:sp>
        <p:nvSpPr>
          <p:cNvPr id="7" name="icon-badge-panels-right-bottom">
            <a:extLst>
              <a:ext uri="{FF2B5EF4-FFF2-40B4-BE49-F238E27FC236}">
                <a16:creationId xmlns:a16="http://schemas.microsoft.com/office/drawing/2014/main" id="{8240FB17-BF8B-4F03-9E4D-DB11FF532DF2}"/>
              </a:ext>
            </a:extLst>
          </p:cNvPr>
          <p:cNvSpPr>
            <a:spLocks noGrp="1"/>
          </p:cNvSpPr>
          <p:nvPr/>
        </p:nvSpPr>
        <p:spPr>
          <a:xfrm>
            <a:off x="10648950" y="523875"/>
            <a:ext cx="723900" cy="7239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8" name="Graphic 17"/>
          <p:cNvPicPr>
            <a:picLocks noChangeAspect="1"/>
          </p:cNvPicPr>
          <p:nvPr/>
        </p:nvPicPr>
        <p:blipFill>
          <a:blip>
            <a:extLst>
              <a:ext uri="{96DAC541-7B7A-43D3-8B79-37D633B846F1}">
                <asvg:svgBlip xmlns:asvg="http://schemas.microsoft.com/office/drawing/2016/SVG/main" r:embed="rId4"/>
              </a:ext>
            </a:extLst>
          </a:blip>
          <a:stretch/>
        </p:blipFill>
        <p:spPr>
          <a:xfrm>
            <a:off x="10815447" y="690372"/>
            <a:ext cx="390906" cy="390906"/>
          </a:xfrm>
          <a:prstGeom prst="rect">
            <a:avLst/>
          </a:prstGeom>
        </p:spPr>
      </p:pic>
      <p:sp>
        <p:nvSpPr>
          <p:cNvPr id="9" name="footer">
            <a:extLst>
              <a:ext uri="{FF2B5EF4-FFF2-40B4-BE49-F238E27FC236}">
                <a16:creationId xmlns:a16="http://schemas.microsoft.com/office/drawing/2014/main" id="{C8E90E5F-8448-4657-8D39-8F2C276EEC8E}"/>
              </a:ext>
            </a:extLst>
          </p:cNvPr>
          <p:cNvSpPr>
            <a:spLocks noGrp="1"/>
          </p:cNvSpPr>
          <p:nvPr/>
        </p:nvSpPr>
        <p:spPr>
          <a:xfrm>
            <a:off x="685800" y="6257925"/>
            <a:ext cx="8858250" cy="228600"/>
          </a:xfrm>
          <a:prstGeom prst="rect">
            <a:avLst/>
          </a:prstGeom>
          <a:noFill/>
          <a:ln w="0">
            <a:noFill/>
            <a:prstDash val="solid"/>
          </a:ln>
        </p:spPr>
        <p:txBody>
          <a:bodyPr lIns="57150" tIns="38100" rIns="57150" bIns="38100" anchor="ctr">
            <a:normAutofit fontScale="95683" lnSpcReduction="10000"/>
          </a:bodyPr>
          <a:lstStyle/>
          <a:p>
            <a:pPr marL="0" indent="0" algn="l">
              <a:lnSpc>
                <a:spcPct val="108000"/>
              </a:lnSpc>
              <a:spcAft>
                <a:spcPts val="4"/>
              </a:spcAft>
              <a:buNone/>
              <a:defRPr sz="1050" b="1">
                <a:solidFill>
                  <a:srgbClr val="C9D8F0"/>
                </a:solidFill>
                <a:latin typeface="Aptos"/>
                <a:ea typeface="Aptos"/>
                <a:cs typeface="Aptos"/>
              </a:defRPr>
            </a:pPr>
            <a:r>
              <a:rPr lang="en-US" sz="1050" b="1" dirty="0">
                <a:solidFill>
                  <a:srgbClr val="F4C76D"/>
                </a:solidFill>
                <a:latin typeface="Aptos"/>
                <a:ea typeface="Aptos"/>
                <a:cs typeface="Aptos"/>
              </a:rPr>
              <a:t>HÚT CỘNG ĐỒNG TỰ ĐỘNG</a:t>
            </a:r>
            <a:r>
              <a:rPr lang="en-US" sz="1050" b="1" dirty="0">
                <a:solidFill>
                  <a:srgbClr val="C9D8F0"/>
                </a:solidFill>
                <a:latin typeface="Aptos"/>
                <a:ea typeface="Aptos"/>
                <a:cs typeface="Aptos"/>
              </a:rPr>
              <a:t> • ĐÀO TẠO 3 BUỔI</a:t>
            </a:r>
          </a:p>
        </p:txBody>
      </p:sp>
      <p:sp>
        <p:nvSpPr>
          <p:cNvPr id="10" name="page-number">
            <a:extLst>
              <a:ext uri="{FF2B5EF4-FFF2-40B4-BE49-F238E27FC236}">
                <a16:creationId xmlns:a16="http://schemas.microsoft.com/office/drawing/2014/main" id="{63D8D8F7-579A-4620-96A8-BB1D62F8B610}"/>
              </a:ext>
            </a:extLst>
          </p:cNvPr>
          <p:cNvSpPr>
            <a:spLocks noGrp="1"/>
          </p:cNvSpPr>
          <p:nvPr/>
        </p:nvSpPr>
        <p:spPr>
          <a:xfrm>
            <a:off x="10810875" y="6191250"/>
            <a:ext cx="723900" cy="304800"/>
          </a:xfrm>
          <a:prstGeom prst="rect">
            <a:avLst/>
          </a:prstGeom>
          <a:noFill/>
          <a:ln w="0">
            <a:noFill/>
            <a:prstDash val="solid"/>
          </a:ln>
        </p:spPr>
        <p:txBody>
          <a:bodyPr lIns="57150" tIns="38100" rIns="57150" bIns="38100" anchor="ctr">
            <a:normAutofit/>
          </a:bodyPr>
          <a:lstStyle/>
          <a:p>
            <a:pPr marL="0" indent="0" algn="r">
              <a:lnSpc>
                <a:spcPct val="108000"/>
              </a:lnSpc>
              <a:spcAft>
                <a:spcPts val="4"/>
              </a:spcAft>
              <a:buNone/>
              <a:defRPr sz="1200" b="1">
                <a:solidFill>
                  <a:srgbClr val="F4C76D"/>
                </a:solidFill>
                <a:latin typeface="Aptos"/>
                <a:ea typeface="Aptos"/>
                <a:cs typeface="Aptos"/>
              </a:defRPr>
            </a:pPr>
            <a:r>
              <a:rPr lang="en-US" sz="1200" b="1" dirty="0">
                <a:solidFill>
                  <a:srgbClr val="F4C76D"/>
                </a:solidFill>
                <a:latin typeface="Aptos"/>
                <a:ea typeface="Aptos"/>
                <a:cs typeface="Aptos"/>
              </a:rPr>
              <a:t>23</a:t>
            </a:r>
          </a:p>
        </p:txBody>
      </p:sp>
    </p:spTree>
    <p:extLst>
      <p:ext uri="{BB962C8B-B14F-4D97-AF65-F5344CB8AC3E}">
        <p14:creationId xmlns:p14="http://schemas.microsoft.com/office/powerpoint/2010/main" val="145866447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11" name="module-eyebrow">
            <a:extLst>
              <a:ext uri="{FF2B5EF4-FFF2-40B4-BE49-F238E27FC236}">
                <a16:creationId xmlns:a16="http://schemas.microsoft.com/office/drawing/2014/main" id="{AE6D1ECE-5F72-41AA-BB79-CD255F8CD91C}"/>
              </a:ext>
            </a:extLst>
          </p:cNvPr>
          <p:cNvSpPr>
            <a:spLocks noGrp="1"/>
          </p:cNvSpPr>
          <p:nvPr/>
        </p:nvSpPr>
        <p:spPr>
          <a:xfrm>
            <a:off x="685800" y="323850"/>
            <a:ext cx="3429000" cy="285750"/>
          </a:xfrm>
          <a:prstGeom prst="rect">
            <a:avLst/>
          </a:prstGeom>
          <a:noFill/>
          <a:ln w="0">
            <a:noFill/>
            <a:prstDash val="solid"/>
          </a:ln>
        </p:spPr>
        <p:txBody>
          <a:bodyPr lIns="57150" tIns="38100" rIns="57150" bIns="38100" anchor="ctr">
            <a:normAutofit fontScale="99855"/>
          </a:bodyPr>
          <a:lstStyle/>
          <a:p>
            <a:pPr marL="0" indent="0" algn="l">
              <a:lnSpc>
                <a:spcPct val="108000"/>
              </a:lnSpc>
              <a:spcAft>
                <a:spcPts val="4"/>
              </a:spcAft>
              <a:buNone/>
              <a:defRPr sz="1275" b="1">
                <a:solidFill>
                  <a:srgbClr val="F4C76D"/>
                </a:solidFill>
                <a:latin typeface="Aptos"/>
                <a:ea typeface="Aptos"/>
                <a:cs typeface="Aptos"/>
              </a:defRPr>
            </a:pPr>
            <a:r>
              <a:rPr lang="vi-VN" sz="1275" b="1" dirty="0">
                <a:solidFill>
                  <a:srgbClr val="F4C76D"/>
                </a:solidFill>
                <a:latin typeface="Aptos"/>
                <a:ea typeface="Aptos"/>
                <a:cs typeface="Aptos"/>
              </a:rPr>
              <a:t>CHIẾN LƯỢC KÊNH</a:t>
            </a:r>
          </a:p>
        </p:txBody>
      </p:sp>
      <p:sp>
        <p:nvSpPr>
          <p:cNvPr id="2" name="module-title">
            <a:extLst>
              <a:ext uri="{FF2B5EF4-FFF2-40B4-BE49-F238E27FC236}">
                <a16:creationId xmlns:a16="http://schemas.microsoft.com/office/drawing/2014/main" id="{4D37D922-3630-4E81-A7C0-DA545972BB16}"/>
              </a:ext>
            </a:extLst>
          </p:cNvPr>
          <p:cNvSpPr>
            <a:spLocks noGrp="1"/>
          </p:cNvSpPr>
          <p:nvPr/>
        </p:nvSpPr>
        <p:spPr>
          <a:xfrm>
            <a:off x="685800" y="685800"/>
            <a:ext cx="9620250" cy="7810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en-US" sz="3900" b="1" dirty="0">
                <a:solidFill>
                  <a:srgbClr val="FFFFFF"/>
                </a:solidFill>
                <a:latin typeface="Aptos Display"/>
                <a:ea typeface="Aptos Display"/>
                <a:cs typeface="Aptos Display"/>
              </a:rPr>
              <a:t>KÊNH KHÔNG CẦN LỚN NGAY TỪ ĐẦU</a:t>
            </a:r>
          </a:p>
        </p:txBody>
      </p:sp>
      <p:sp>
        <p:nvSpPr>
          <p:cNvPr id="3" name="module-left-panel">
            <a:extLst>
              <a:ext uri="{FF2B5EF4-FFF2-40B4-BE49-F238E27FC236}">
                <a16:creationId xmlns:a16="http://schemas.microsoft.com/office/drawing/2014/main" id="{A9DDD1C2-5867-46CC-9EEA-BEFBC68BB72A}"/>
              </a:ext>
            </a:extLst>
          </p:cNvPr>
          <p:cNvSpPr>
            <a:spLocks noGrp="1"/>
          </p:cNvSpPr>
          <p:nvPr/>
        </p:nvSpPr>
        <p:spPr>
          <a:xfrm>
            <a:off x="666750" y="1714500"/>
            <a:ext cx="4333875" cy="3476625"/>
          </a:xfrm>
          <a:prstGeom prst="roundRect">
            <a:avLst>
              <a:gd name="adj" fmla="val 6575"/>
            </a:avLst>
          </a:prstGeom>
          <a:solidFill>
            <a:srgbClr val="062458">
              <a:alpha val="94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4" name="module-right-panel">
            <a:extLst>
              <a:ext uri="{FF2B5EF4-FFF2-40B4-BE49-F238E27FC236}">
                <a16:creationId xmlns:a16="http://schemas.microsoft.com/office/drawing/2014/main" id="{A54080CA-25BF-4DBD-8096-D8DC04890383}"/>
              </a:ext>
            </a:extLst>
          </p:cNvPr>
          <p:cNvSpPr>
            <a:spLocks noGrp="1"/>
          </p:cNvSpPr>
          <p:nvPr/>
        </p:nvSpPr>
        <p:spPr>
          <a:xfrm>
            <a:off x="5286375" y="1714500"/>
            <a:ext cx="6807302" cy="4017706"/>
          </a:xfrm>
          <a:prstGeom prst="roundRect">
            <a:avLst>
              <a:gd name="adj" fmla="val 6575"/>
            </a:avLst>
          </a:prstGeom>
          <a:solidFill>
            <a:srgbClr val="F7F3E8">
              <a:alpha val="97000"/>
            </a:srgbClr>
          </a:solidFill>
          <a:ln w="12383">
            <a:solidFill>
              <a:srgbClr val="D8B15C"/>
            </a:solidFill>
            <a:prstDash val="solid"/>
          </a:ln>
        </p:spPr>
        <p:style>
          <a:lnRef idx="0">
            <a:scrgbClr r="0" g="0" b="0"/>
          </a:lnRef>
          <a:fillRef idx="0">
            <a:scrgbClr r="0" g="0" b="0"/>
          </a:fillRef>
          <a:effectRef idx="7">
            <a:scrgbClr r="0" g="0" b="0"/>
          </a:effectRef>
          <a:fontRef idx="major"/>
        </p:style>
        <p:txBody>
          <a:bodyPr/>
          <a:lstStyle/>
          <a:p>
            <a:endParaRPr lang="en-US" dirty="0"/>
          </a:p>
        </p:txBody>
      </p:sp>
      <p:sp>
        <p:nvSpPr>
          <p:cNvPr id="5" name="module-callout">
            <a:extLst>
              <a:ext uri="{FF2B5EF4-FFF2-40B4-BE49-F238E27FC236}">
                <a16:creationId xmlns:a16="http://schemas.microsoft.com/office/drawing/2014/main" id="{3ED2802E-B8EE-4D37-AE6A-96B871C0509B}"/>
              </a:ext>
            </a:extLst>
          </p:cNvPr>
          <p:cNvSpPr>
            <a:spLocks noGrp="1"/>
          </p:cNvSpPr>
          <p:nvPr/>
        </p:nvSpPr>
        <p:spPr>
          <a:xfrm>
            <a:off x="933450" y="1981200"/>
            <a:ext cx="3810000" cy="2857500"/>
          </a:xfrm>
          <a:prstGeom prst="rect">
            <a:avLst/>
          </a:prstGeom>
          <a:noFill/>
          <a:ln w="0">
            <a:noFill/>
            <a:prstDash val="solid"/>
          </a:ln>
        </p:spPr>
        <p:txBody>
          <a:bodyPr lIns="57150" tIns="38100" rIns="57150" bIns="38100" anchor="ctr">
            <a:normAutofit/>
          </a:bodyPr>
          <a:lstStyle/>
          <a:p>
            <a:pPr marL="0" indent="0" algn="l">
              <a:lnSpc>
                <a:spcPct val="108000"/>
              </a:lnSpc>
              <a:spcAft>
                <a:spcPts val="4"/>
              </a:spcAft>
              <a:buNone/>
              <a:defRPr sz="2400" b="1">
                <a:solidFill>
                  <a:srgbClr val="FFFFFF"/>
                </a:solidFill>
                <a:latin typeface="Aptos Display"/>
                <a:ea typeface="Aptos Display"/>
                <a:cs typeface="Aptos Display"/>
              </a:defRPr>
            </a:pPr>
            <a:r>
              <a:rPr lang="vi-VN" sz="2400" b="1" dirty="0">
                <a:solidFill>
                  <a:srgbClr val="FFFFFF"/>
                </a:solidFill>
                <a:latin typeface="Aptos Display"/>
                <a:ea typeface="Aptos Display"/>
                <a:cs typeface="Aptos Display"/>
              </a:rPr>
              <a:t>XÂY MỘT NƠI THẬT TỐT TRƯỚC KHI XÂY THẬT NHIỀU NƠI.</a:t>
            </a:r>
          </a:p>
        </p:txBody>
      </p:sp>
      <p:sp>
        <p:nvSpPr>
          <p:cNvPr id="6" name="module-body-1">
            <a:extLst>
              <a:ext uri="{FF2B5EF4-FFF2-40B4-BE49-F238E27FC236}">
                <a16:creationId xmlns:a16="http://schemas.microsoft.com/office/drawing/2014/main" id="{EDF90680-A3AC-452D-92ED-34C57B310F71}"/>
              </a:ext>
            </a:extLst>
          </p:cNvPr>
          <p:cNvSpPr>
            <a:spLocks noGrp="1"/>
          </p:cNvSpPr>
          <p:nvPr/>
        </p:nvSpPr>
        <p:spPr>
          <a:xfrm>
            <a:off x="5495925" y="1924050"/>
            <a:ext cx="6509262" cy="2608621"/>
          </a:xfrm>
          <a:prstGeom prst="rect">
            <a:avLst/>
          </a:prstGeom>
          <a:noFill/>
          <a:ln w="0">
            <a:noFill/>
            <a:prstDash val="solid"/>
          </a:ln>
        </p:spPr>
        <p:txBody>
          <a:bodyPr lIns="57150" tIns="38100" rIns="57150" bIns="38100" anchor="t">
            <a:noAutofit/>
          </a:bodyPr>
          <a:lstStyle/>
          <a:p>
            <a:pPr marL="285762" indent="-285750" algn="l">
              <a:lnSpc>
                <a:spcPct val="108000"/>
              </a:lnSpc>
              <a:spcAft>
                <a:spcPts val="7"/>
              </a:spcAft>
              <a:buFont typeface="Arial" panose="020B0604020202020204" pitchFamily="34" charset="0"/>
              <a:buChar char="•"/>
              <a:defRPr sz="1725" b="0">
                <a:solidFill>
                  <a:srgbClr val="061E4A"/>
                </a:solidFill>
                <a:latin typeface="Aptos"/>
                <a:ea typeface="Aptos"/>
                <a:cs typeface="Aptos"/>
              </a:defRPr>
            </a:pPr>
            <a:r>
              <a:rPr lang="vi-VN" sz="2000" b="1" dirty="0">
                <a:solidFill>
                  <a:srgbClr val="061E4A"/>
                </a:solidFill>
                <a:latin typeface="Aptos"/>
                <a:ea typeface="Aptos"/>
                <a:cs typeface="Aptos"/>
              </a:rPr>
              <a:t>MỘT NỀN TẢNG CHÍNH ĐỂ TẬP TRUNG NĂNG LƯỢNG.</a:t>
            </a:r>
            <a:endParaRPr lang="en-US" sz="2000" b="1" dirty="0">
              <a:solidFill>
                <a:srgbClr val="061E4A"/>
              </a:solidFill>
              <a:latin typeface="Aptos"/>
              <a:ea typeface="Aptos"/>
              <a:cs typeface="Aptos"/>
            </a:endParaRPr>
          </a:p>
          <a:p>
            <a:pPr marL="285762" indent="-285750" algn="l">
              <a:lnSpc>
                <a:spcPct val="108000"/>
              </a:lnSpc>
              <a:spcAft>
                <a:spcPts val="7"/>
              </a:spcAft>
              <a:buFont typeface="Arial" panose="020B0604020202020204" pitchFamily="34" charset="0"/>
              <a:buChar char="•"/>
              <a:defRPr sz="1725" b="0">
                <a:solidFill>
                  <a:srgbClr val="061E4A"/>
                </a:solidFill>
                <a:latin typeface="Aptos"/>
                <a:ea typeface="Aptos"/>
                <a:cs typeface="Aptos"/>
              </a:defRPr>
            </a:pPr>
            <a:endParaRPr lang="vi-VN" sz="2000" b="1" dirty="0">
              <a:solidFill>
                <a:srgbClr val="061E4A"/>
              </a:solidFill>
              <a:latin typeface="Aptos"/>
              <a:ea typeface="Aptos"/>
              <a:cs typeface="Aptos"/>
            </a:endParaRPr>
          </a:p>
          <a:p>
            <a:pPr marL="285762" indent="-285750" algn="l">
              <a:lnSpc>
                <a:spcPct val="108000"/>
              </a:lnSpc>
              <a:spcAft>
                <a:spcPts val="7"/>
              </a:spcAft>
              <a:buFont typeface="Arial" panose="020B0604020202020204" pitchFamily="34" charset="0"/>
              <a:buChar char="•"/>
              <a:defRPr sz="1725" b="0">
                <a:solidFill>
                  <a:srgbClr val="061E4A"/>
                </a:solidFill>
                <a:latin typeface="Aptos"/>
                <a:ea typeface="Aptos"/>
                <a:cs typeface="Aptos"/>
              </a:defRPr>
            </a:pPr>
            <a:r>
              <a:rPr lang="vi-VN" sz="2000" b="1" dirty="0">
                <a:solidFill>
                  <a:srgbClr val="061E4A"/>
                </a:solidFill>
                <a:latin typeface="Aptos"/>
                <a:ea typeface="Aptos"/>
                <a:cs typeface="Aptos"/>
              </a:rPr>
              <a:t>MỘT KHO NỘI DUNG ĐỦ RÕ ĐỂ NGƯỜI MỚI TỰ TÌM HIỂU.</a:t>
            </a:r>
            <a:endParaRPr lang="en-US" sz="2000" b="1" dirty="0">
              <a:solidFill>
                <a:srgbClr val="061E4A"/>
              </a:solidFill>
              <a:latin typeface="Aptos"/>
              <a:ea typeface="Aptos"/>
              <a:cs typeface="Aptos"/>
            </a:endParaRPr>
          </a:p>
          <a:p>
            <a:pPr marL="285762" indent="-285750" algn="l">
              <a:lnSpc>
                <a:spcPct val="108000"/>
              </a:lnSpc>
              <a:spcAft>
                <a:spcPts val="7"/>
              </a:spcAft>
              <a:buFont typeface="Arial" panose="020B0604020202020204" pitchFamily="34" charset="0"/>
              <a:buChar char="•"/>
              <a:defRPr sz="1725" b="0">
                <a:solidFill>
                  <a:srgbClr val="061E4A"/>
                </a:solidFill>
                <a:latin typeface="Aptos"/>
                <a:ea typeface="Aptos"/>
                <a:cs typeface="Aptos"/>
              </a:defRPr>
            </a:pPr>
            <a:endParaRPr lang="vi-VN" sz="2000" b="1" dirty="0">
              <a:solidFill>
                <a:srgbClr val="061E4A"/>
              </a:solidFill>
              <a:latin typeface="Aptos"/>
              <a:ea typeface="Aptos"/>
              <a:cs typeface="Aptos"/>
            </a:endParaRPr>
          </a:p>
          <a:p>
            <a:pPr marL="285762" indent="-285750" algn="l">
              <a:lnSpc>
                <a:spcPct val="108000"/>
              </a:lnSpc>
              <a:spcAft>
                <a:spcPts val="7"/>
              </a:spcAft>
              <a:buFont typeface="Arial" panose="020B0604020202020204" pitchFamily="34" charset="0"/>
              <a:buChar char="•"/>
              <a:defRPr sz="1725" b="0">
                <a:solidFill>
                  <a:srgbClr val="061E4A"/>
                </a:solidFill>
                <a:latin typeface="Aptos"/>
                <a:ea typeface="Aptos"/>
                <a:cs typeface="Aptos"/>
              </a:defRPr>
            </a:pPr>
            <a:r>
              <a:rPr lang="vi-VN" sz="2000" b="1" dirty="0">
                <a:solidFill>
                  <a:srgbClr val="061E4A"/>
                </a:solidFill>
                <a:latin typeface="Aptos"/>
                <a:ea typeface="Aptos"/>
                <a:cs typeface="Aptos"/>
              </a:rPr>
              <a:t>MỘT ĐƯỜNG DẪN ĐƠN GIẢN TỚI BƯỚC TIẾP THEO.</a:t>
            </a:r>
            <a:endParaRPr lang="en-US" sz="2000" b="1" dirty="0">
              <a:solidFill>
                <a:srgbClr val="061E4A"/>
              </a:solidFill>
              <a:latin typeface="Aptos"/>
              <a:ea typeface="Aptos"/>
              <a:cs typeface="Aptos"/>
            </a:endParaRPr>
          </a:p>
          <a:p>
            <a:pPr marL="285762" indent="-285750" algn="l">
              <a:lnSpc>
                <a:spcPct val="108000"/>
              </a:lnSpc>
              <a:spcAft>
                <a:spcPts val="7"/>
              </a:spcAft>
              <a:buFont typeface="Arial" panose="020B0604020202020204" pitchFamily="34" charset="0"/>
              <a:buChar char="•"/>
              <a:defRPr sz="1725" b="0">
                <a:solidFill>
                  <a:srgbClr val="061E4A"/>
                </a:solidFill>
                <a:latin typeface="Aptos"/>
                <a:ea typeface="Aptos"/>
                <a:cs typeface="Aptos"/>
              </a:defRPr>
            </a:pPr>
            <a:endParaRPr lang="vi-VN" sz="2000" b="1" dirty="0">
              <a:solidFill>
                <a:srgbClr val="061E4A"/>
              </a:solidFill>
              <a:latin typeface="Aptos"/>
              <a:ea typeface="Aptos"/>
              <a:cs typeface="Aptos"/>
            </a:endParaRPr>
          </a:p>
          <a:p>
            <a:pPr marL="285762" indent="-285750" algn="l">
              <a:lnSpc>
                <a:spcPct val="108000"/>
              </a:lnSpc>
              <a:spcAft>
                <a:spcPts val="7"/>
              </a:spcAft>
              <a:buFont typeface="Arial" panose="020B0604020202020204" pitchFamily="34" charset="0"/>
              <a:buChar char="•"/>
              <a:defRPr sz="1725" b="0">
                <a:solidFill>
                  <a:srgbClr val="061E4A"/>
                </a:solidFill>
                <a:latin typeface="Aptos"/>
                <a:ea typeface="Aptos"/>
                <a:cs typeface="Aptos"/>
              </a:defRPr>
            </a:pPr>
            <a:r>
              <a:rPr lang="vi-VN" sz="2000" b="1" dirty="0">
                <a:solidFill>
                  <a:srgbClr val="061E4A"/>
                </a:solidFill>
                <a:latin typeface="Aptos"/>
                <a:ea typeface="Aptos"/>
                <a:cs typeface="Aptos"/>
              </a:rPr>
              <a:t>NHỊP XUẤT BẢN ĐỀU QUAN TRỌNG HƠN VÀI LẦN BÙNG NỔ.</a:t>
            </a:r>
          </a:p>
        </p:txBody>
      </p:sp>
      <p:sp>
        <p:nvSpPr>
          <p:cNvPr id="7" name="icon-badge-layout-dashboard">
            <a:extLst>
              <a:ext uri="{FF2B5EF4-FFF2-40B4-BE49-F238E27FC236}">
                <a16:creationId xmlns:a16="http://schemas.microsoft.com/office/drawing/2014/main" id="{17A11B13-1534-4385-A5C3-DB633B6CDC8D}"/>
              </a:ext>
            </a:extLst>
          </p:cNvPr>
          <p:cNvSpPr>
            <a:spLocks noGrp="1"/>
          </p:cNvSpPr>
          <p:nvPr/>
        </p:nvSpPr>
        <p:spPr>
          <a:xfrm>
            <a:off x="10648950" y="523875"/>
            <a:ext cx="723900" cy="7239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8" name="Graphic 17"/>
          <p:cNvPicPr>
            <a:picLocks noChangeAspect="1"/>
          </p:cNvPicPr>
          <p:nvPr/>
        </p:nvPicPr>
        <p:blipFill>
          <a:blip>
            <a:extLst>
              <a:ext uri="{96DAC541-7B7A-43D3-8B79-37D633B846F1}">
                <asvg:svgBlip xmlns:asvg="http://schemas.microsoft.com/office/drawing/2016/SVG/main" r:embed="rId4"/>
              </a:ext>
            </a:extLst>
          </a:blip>
          <a:stretch/>
        </p:blipFill>
        <p:spPr>
          <a:xfrm>
            <a:off x="10815447" y="690372"/>
            <a:ext cx="390906" cy="390906"/>
          </a:xfrm>
          <a:prstGeom prst="rect">
            <a:avLst/>
          </a:prstGeom>
        </p:spPr>
      </p:pic>
      <p:sp>
        <p:nvSpPr>
          <p:cNvPr id="9" name="footer">
            <a:extLst>
              <a:ext uri="{FF2B5EF4-FFF2-40B4-BE49-F238E27FC236}">
                <a16:creationId xmlns:a16="http://schemas.microsoft.com/office/drawing/2014/main" id="{CCAB8E26-B71A-46B2-812D-7BC82836C000}"/>
              </a:ext>
            </a:extLst>
          </p:cNvPr>
          <p:cNvSpPr>
            <a:spLocks noGrp="1"/>
          </p:cNvSpPr>
          <p:nvPr/>
        </p:nvSpPr>
        <p:spPr>
          <a:xfrm>
            <a:off x="685800" y="6257925"/>
            <a:ext cx="8858250" cy="228600"/>
          </a:xfrm>
          <a:prstGeom prst="rect">
            <a:avLst/>
          </a:prstGeom>
          <a:noFill/>
          <a:ln w="0">
            <a:noFill/>
            <a:prstDash val="solid"/>
          </a:ln>
        </p:spPr>
        <p:txBody>
          <a:bodyPr lIns="57150" tIns="38100" rIns="57150" bIns="38100" anchor="ctr">
            <a:normAutofit fontScale="95683" lnSpcReduction="10000"/>
          </a:bodyPr>
          <a:lstStyle/>
          <a:p>
            <a:pPr marL="0" indent="0" algn="l">
              <a:lnSpc>
                <a:spcPct val="108000"/>
              </a:lnSpc>
              <a:spcAft>
                <a:spcPts val="4"/>
              </a:spcAft>
              <a:buNone/>
              <a:defRPr sz="1050" b="1">
                <a:solidFill>
                  <a:srgbClr val="C9D8F0"/>
                </a:solidFill>
                <a:latin typeface="Aptos"/>
                <a:ea typeface="Aptos"/>
                <a:cs typeface="Aptos"/>
              </a:defRPr>
            </a:pPr>
            <a:r>
              <a:rPr lang="en-US" sz="1050" b="1" dirty="0">
                <a:solidFill>
                  <a:srgbClr val="F4C76D"/>
                </a:solidFill>
                <a:latin typeface="Aptos"/>
                <a:ea typeface="Aptos"/>
                <a:cs typeface="Aptos"/>
              </a:rPr>
              <a:t>HÚT CỘNG ĐỒNG TỰ ĐỘNG</a:t>
            </a:r>
            <a:r>
              <a:rPr lang="en-US" sz="1050" b="1" dirty="0">
                <a:solidFill>
                  <a:srgbClr val="C9D8F0"/>
                </a:solidFill>
                <a:latin typeface="Aptos"/>
                <a:ea typeface="Aptos"/>
                <a:cs typeface="Aptos"/>
              </a:rPr>
              <a:t> • ĐÀO TẠO 3 BUỔI</a:t>
            </a:r>
          </a:p>
        </p:txBody>
      </p:sp>
      <p:sp>
        <p:nvSpPr>
          <p:cNvPr id="10" name="page-number">
            <a:extLst>
              <a:ext uri="{FF2B5EF4-FFF2-40B4-BE49-F238E27FC236}">
                <a16:creationId xmlns:a16="http://schemas.microsoft.com/office/drawing/2014/main" id="{E34357A6-D7C9-44EF-AA16-41A9D2D8C60E}"/>
              </a:ext>
            </a:extLst>
          </p:cNvPr>
          <p:cNvSpPr>
            <a:spLocks noGrp="1"/>
          </p:cNvSpPr>
          <p:nvPr/>
        </p:nvSpPr>
        <p:spPr>
          <a:xfrm>
            <a:off x="10810875" y="6191250"/>
            <a:ext cx="723900" cy="304800"/>
          </a:xfrm>
          <a:prstGeom prst="rect">
            <a:avLst/>
          </a:prstGeom>
          <a:noFill/>
          <a:ln w="0">
            <a:noFill/>
            <a:prstDash val="solid"/>
          </a:ln>
        </p:spPr>
        <p:txBody>
          <a:bodyPr lIns="57150" tIns="38100" rIns="57150" bIns="38100" anchor="ctr">
            <a:normAutofit/>
          </a:bodyPr>
          <a:lstStyle/>
          <a:p>
            <a:pPr marL="0" indent="0" algn="r">
              <a:lnSpc>
                <a:spcPct val="108000"/>
              </a:lnSpc>
              <a:spcAft>
                <a:spcPts val="4"/>
              </a:spcAft>
              <a:buNone/>
              <a:defRPr sz="1200" b="1">
                <a:solidFill>
                  <a:srgbClr val="F4C76D"/>
                </a:solidFill>
                <a:latin typeface="Aptos"/>
                <a:ea typeface="Aptos"/>
                <a:cs typeface="Aptos"/>
              </a:defRPr>
            </a:pPr>
            <a:r>
              <a:rPr lang="en-US" sz="1200" b="1" dirty="0">
                <a:solidFill>
                  <a:srgbClr val="F4C76D"/>
                </a:solidFill>
                <a:latin typeface="Aptos"/>
                <a:ea typeface="Aptos"/>
                <a:cs typeface="Aptos"/>
              </a:rPr>
              <a:t>24</a:t>
            </a:r>
          </a:p>
        </p:txBody>
      </p:sp>
    </p:spTree>
    <p:extLst>
      <p:ext uri="{BB962C8B-B14F-4D97-AF65-F5344CB8AC3E}">
        <p14:creationId xmlns:p14="http://schemas.microsoft.com/office/powerpoint/2010/main" val="110194943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8" name="module-eyebrow">
            <a:extLst>
              <a:ext uri="{FF2B5EF4-FFF2-40B4-BE49-F238E27FC236}">
                <a16:creationId xmlns:a16="http://schemas.microsoft.com/office/drawing/2014/main" id="{02E1BA6E-521F-48D1-B4E9-BFD50E689D24}"/>
              </a:ext>
            </a:extLst>
          </p:cNvPr>
          <p:cNvSpPr>
            <a:spLocks noGrp="1"/>
          </p:cNvSpPr>
          <p:nvPr/>
        </p:nvSpPr>
        <p:spPr>
          <a:xfrm>
            <a:off x="685800" y="323850"/>
            <a:ext cx="3429000" cy="285750"/>
          </a:xfrm>
          <a:prstGeom prst="rect">
            <a:avLst/>
          </a:prstGeom>
          <a:noFill/>
          <a:ln w="0">
            <a:noFill/>
            <a:prstDash val="solid"/>
          </a:ln>
        </p:spPr>
        <p:txBody>
          <a:bodyPr lIns="57150" tIns="38100" rIns="57150" bIns="38100" anchor="ctr">
            <a:normAutofit fontScale="99855"/>
          </a:bodyPr>
          <a:lstStyle/>
          <a:p>
            <a:pPr marL="0" indent="0" algn="l">
              <a:lnSpc>
                <a:spcPct val="108000"/>
              </a:lnSpc>
              <a:spcAft>
                <a:spcPts val="4"/>
              </a:spcAft>
              <a:buNone/>
              <a:defRPr sz="1275" b="1">
                <a:solidFill>
                  <a:srgbClr val="F4C76D"/>
                </a:solidFill>
                <a:latin typeface="Aptos"/>
                <a:ea typeface="Aptos"/>
                <a:cs typeface="Aptos"/>
              </a:defRPr>
            </a:pPr>
            <a:r>
              <a:rPr lang="en-US" sz="1275" b="1" dirty="0">
                <a:solidFill>
                  <a:srgbClr val="F4C76D"/>
                </a:solidFill>
                <a:latin typeface="Aptos"/>
                <a:ea typeface="Aptos"/>
                <a:cs typeface="Aptos"/>
              </a:rPr>
              <a:t>NỘI DUNG</a:t>
            </a:r>
          </a:p>
        </p:txBody>
      </p:sp>
      <p:sp>
        <p:nvSpPr>
          <p:cNvPr id="2" name="module-title">
            <a:extLst>
              <a:ext uri="{FF2B5EF4-FFF2-40B4-BE49-F238E27FC236}">
                <a16:creationId xmlns:a16="http://schemas.microsoft.com/office/drawing/2014/main" id="{D75ADA1D-0C06-4215-8B59-6D1378FD2764}"/>
              </a:ext>
            </a:extLst>
          </p:cNvPr>
          <p:cNvSpPr>
            <a:spLocks noGrp="1"/>
          </p:cNvSpPr>
          <p:nvPr/>
        </p:nvSpPr>
        <p:spPr>
          <a:xfrm>
            <a:off x="685800" y="685800"/>
            <a:ext cx="9620250" cy="7810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vi-VN" sz="3900" b="1" dirty="0">
                <a:solidFill>
                  <a:srgbClr val="FFFFFF"/>
                </a:solidFill>
                <a:latin typeface="Aptos Display"/>
                <a:ea typeface="Aptos Display"/>
                <a:cs typeface="Aptos Display"/>
              </a:rPr>
              <a:t>5 LOẠI NỘI DUNG TẠO DÒNG NGƯỜI</a:t>
            </a:r>
          </a:p>
        </p:txBody>
      </p:sp>
      <p:sp>
        <p:nvSpPr>
          <p:cNvPr id="3" name="module-focus-panel">
            <a:extLst>
              <a:ext uri="{FF2B5EF4-FFF2-40B4-BE49-F238E27FC236}">
                <a16:creationId xmlns:a16="http://schemas.microsoft.com/office/drawing/2014/main" id="{1ED7E3E8-565C-406A-916E-BCCA16140063}"/>
              </a:ext>
            </a:extLst>
          </p:cNvPr>
          <p:cNvSpPr>
            <a:spLocks noGrp="1"/>
          </p:cNvSpPr>
          <p:nvPr/>
        </p:nvSpPr>
        <p:spPr>
          <a:xfrm>
            <a:off x="2000250" y="1809750"/>
            <a:ext cx="8191500" cy="3190875"/>
          </a:xfrm>
          <a:prstGeom prst="roundRect">
            <a:avLst>
              <a:gd name="adj" fmla="val 8358"/>
            </a:avLst>
          </a:prstGeom>
          <a:solidFill>
            <a:srgbClr val="061E4A">
              <a:alpha val="90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4" name="icon-badge-rows-3">
            <a:extLst>
              <a:ext uri="{FF2B5EF4-FFF2-40B4-BE49-F238E27FC236}">
                <a16:creationId xmlns:a16="http://schemas.microsoft.com/office/drawing/2014/main" id="{2E563635-D313-4389-A00B-83D7B5BA3EF9}"/>
              </a:ext>
            </a:extLst>
          </p:cNvPr>
          <p:cNvSpPr>
            <a:spLocks noGrp="1"/>
          </p:cNvSpPr>
          <p:nvPr/>
        </p:nvSpPr>
        <p:spPr>
          <a:xfrm>
            <a:off x="5286375" y="2571750"/>
            <a:ext cx="1619250" cy="16192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5658803" y="2944178"/>
            <a:ext cx="874395" cy="874395"/>
          </a:xfrm>
          <a:prstGeom prst="rect">
            <a:avLst/>
          </a:prstGeom>
        </p:spPr>
      </p:pic>
      <p:sp>
        <p:nvSpPr>
          <p:cNvPr id="6" name="footer">
            <a:extLst>
              <a:ext uri="{FF2B5EF4-FFF2-40B4-BE49-F238E27FC236}">
                <a16:creationId xmlns:a16="http://schemas.microsoft.com/office/drawing/2014/main" id="{1FFF6D6A-E8A9-46D0-9294-3C6CE9CDD674}"/>
              </a:ext>
            </a:extLst>
          </p:cNvPr>
          <p:cNvSpPr>
            <a:spLocks noGrp="1"/>
          </p:cNvSpPr>
          <p:nvPr/>
        </p:nvSpPr>
        <p:spPr>
          <a:xfrm>
            <a:off x="685800" y="6257925"/>
            <a:ext cx="8858250" cy="228600"/>
          </a:xfrm>
          <a:prstGeom prst="rect">
            <a:avLst/>
          </a:prstGeom>
          <a:noFill/>
          <a:ln w="0">
            <a:noFill/>
            <a:prstDash val="solid"/>
          </a:ln>
        </p:spPr>
        <p:txBody>
          <a:bodyPr lIns="57150" tIns="38100" rIns="57150" bIns="38100" anchor="ctr">
            <a:normAutofit fontScale="95683" lnSpcReduction="10000"/>
          </a:bodyPr>
          <a:lstStyle/>
          <a:p>
            <a:pPr marL="0" indent="0" algn="l">
              <a:lnSpc>
                <a:spcPct val="108000"/>
              </a:lnSpc>
              <a:spcAft>
                <a:spcPts val="4"/>
              </a:spcAft>
              <a:buNone/>
              <a:defRPr sz="1050" b="1">
                <a:solidFill>
                  <a:srgbClr val="C9D8F0"/>
                </a:solidFill>
                <a:latin typeface="Aptos"/>
                <a:ea typeface="Aptos"/>
                <a:cs typeface="Aptos"/>
              </a:defRPr>
            </a:pPr>
            <a:r>
              <a:rPr lang="en-US" sz="1050" b="1" dirty="0">
                <a:solidFill>
                  <a:srgbClr val="F4C76D"/>
                </a:solidFill>
                <a:latin typeface="Aptos"/>
                <a:ea typeface="Aptos"/>
                <a:cs typeface="Aptos"/>
              </a:rPr>
              <a:t>HÚT CỘNG ĐỒNG TỰ ĐỘNG</a:t>
            </a:r>
            <a:r>
              <a:rPr lang="en-US" sz="1050" b="1" dirty="0">
                <a:solidFill>
                  <a:srgbClr val="C9D8F0"/>
                </a:solidFill>
                <a:latin typeface="Aptos"/>
                <a:ea typeface="Aptos"/>
                <a:cs typeface="Aptos"/>
              </a:rPr>
              <a:t> • ĐÀO TẠO 3 BUỔI</a:t>
            </a:r>
          </a:p>
        </p:txBody>
      </p:sp>
      <p:sp>
        <p:nvSpPr>
          <p:cNvPr id="7" name="page-number">
            <a:extLst>
              <a:ext uri="{FF2B5EF4-FFF2-40B4-BE49-F238E27FC236}">
                <a16:creationId xmlns:a16="http://schemas.microsoft.com/office/drawing/2014/main" id="{FAE9210F-C2AC-41E6-AC20-49B28D7A01F0}"/>
              </a:ext>
            </a:extLst>
          </p:cNvPr>
          <p:cNvSpPr>
            <a:spLocks noGrp="1"/>
          </p:cNvSpPr>
          <p:nvPr/>
        </p:nvSpPr>
        <p:spPr>
          <a:xfrm>
            <a:off x="10810875" y="6191250"/>
            <a:ext cx="723900" cy="304800"/>
          </a:xfrm>
          <a:prstGeom prst="rect">
            <a:avLst/>
          </a:prstGeom>
          <a:noFill/>
          <a:ln w="0">
            <a:noFill/>
            <a:prstDash val="solid"/>
          </a:ln>
        </p:spPr>
        <p:txBody>
          <a:bodyPr lIns="57150" tIns="38100" rIns="57150" bIns="38100" anchor="ctr">
            <a:normAutofit/>
          </a:bodyPr>
          <a:lstStyle/>
          <a:p>
            <a:pPr marL="0" indent="0" algn="r">
              <a:lnSpc>
                <a:spcPct val="108000"/>
              </a:lnSpc>
              <a:spcAft>
                <a:spcPts val="4"/>
              </a:spcAft>
              <a:buNone/>
              <a:defRPr sz="1200" b="1">
                <a:solidFill>
                  <a:srgbClr val="F4C76D"/>
                </a:solidFill>
                <a:latin typeface="Aptos"/>
                <a:ea typeface="Aptos"/>
                <a:cs typeface="Aptos"/>
              </a:defRPr>
            </a:pPr>
            <a:r>
              <a:rPr lang="en-US" sz="1200" b="1" dirty="0">
                <a:solidFill>
                  <a:srgbClr val="F4C76D"/>
                </a:solidFill>
                <a:latin typeface="Aptos"/>
                <a:ea typeface="Aptos"/>
                <a:cs typeface="Aptos"/>
              </a:rPr>
              <a:t>25</a:t>
            </a:r>
          </a:p>
        </p:txBody>
      </p:sp>
    </p:spTree>
    <p:extLst>
      <p:ext uri="{BB962C8B-B14F-4D97-AF65-F5344CB8AC3E}">
        <p14:creationId xmlns:p14="http://schemas.microsoft.com/office/powerpoint/2010/main" val="23569925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9" name="module-eyebrow">
            <a:extLst>
              <a:ext uri="{FF2B5EF4-FFF2-40B4-BE49-F238E27FC236}">
                <a16:creationId xmlns:a16="http://schemas.microsoft.com/office/drawing/2014/main" id="{63E29CFA-6E27-47B8-A758-2C444DBD74A7}"/>
              </a:ext>
            </a:extLst>
          </p:cNvPr>
          <p:cNvSpPr>
            <a:spLocks noGrp="1"/>
          </p:cNvSpPr>
          <p:nvPr/>
        </p:nvSpPr>
        <p:spPr>
          <a:xfrm>
            <a:off x="685800" y="323850"/>
            <a:ext cx="3429000" cy="285750"/>
          </a:xfrm>
          <a:prstGeom prst="rect">
            <a:avLst/>
          </a:prstGeom>
          <a:noFill/>
          <a:ln w="0">
            <a:noFill/>
            <a:prstDash val="solid"/>
          </a:ln>
        </p:spPr>
        <p:txBody>
          <a:bodyPr lIns="57150" tIns="38100" rIns="57150" bIns="38100" anchor="ctr">
            <a:normAutofit fontScale="99855"/>
          </a:bodyPr>
          <a:lstStyle/>
          <a:p>
            <a:pPr marL="0" indent="0" algn="l">
              <a:lnSpc>
                <a:spcPct val="108000"/>
              </a:lnSpc>
              <a:spcAft>
                <a:spcPts val="4"/>
              </a:spcAft>
              <a:buNone/>
              <a:defRPr sz="1275" b="1">
                <a:solidFill>
                  <a:srgbClr val="F4C76D"/>
                </a:solidFill>
                <a:latin typeface="Aptos"/>
                <a:ea typeface="Aptos"/>
                <a:cs typeface="Aptos"/>
              </a:defRPr>
            </a:pPr>
            <a:r>
              <a:rPr sz="1275" b="1">
                <a:solidFill>
                  <a:srgbClr val="F4C76D"/>
                </a:solidFill>
                <a:latin typeface="Aptos"/>
                <a:ea typeface="Aptos"/>
                <a:cs typeface="Aptos"/>
              </a:rPr>
              <a:t>KẾ HOẠCH</a:t>
            </a:r>
          </a:p>
        </p:txBody>
      </p:sp>
      <p:sp>
        <p:nvSpPr>
          <p:cNvPr id="2" name="module-title">
            <a:extLst>
              <a:ext uri="{FF2B5EF4-FFF2-40B4-BE49-F238E27FC236}">
                <a16:creationId xmlns:a16="http://schemas.microsoft.com/office/drawing/2014/main" id="{11821CA0-9278-4E50-B578-8700172AB428}"/>
              </a:ext>
            </a:extLst>
          </p:cNvPr>
          <p:cNvSpPr>
            <a:spLocks noGrp="1"/>
          </p:cNvSpPr>
          <p:nvPr/>
        </p:nvSpPr>
        <p:spPr>
          <a:xfrm>
            <a:off x="685800" y="685800"/>
            <a:ext cx="9620250" cy="7810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sz="3900" b="1">
                <a:solidFill>
                  <a:srgbClr val="FFFFFF"/>
                </a:solidFill>
                <a:latin typeface="Aptos Display"/>
                <a:ea typeface="Aptos Display"/>
                <a:cs typeface="Aptos Display"/>
              </a:rPr>
              <a:t>Tỷ lệ nội dung gợi ý </a:t>
            </a:r>
            <a:r>
              <a:rPr sz="3900" b="1">
                <a:solidFill>
                  <a:srgbClr val="F4C76D"/>
                </a:solidFill>
                <a:latin typeface="Aptos Display"/>
                <a:ea typeface="Aptos Display"/>
                <a:cs typeface="Aptos Display"/>
              </a:rPr>
              <a:t>30 ngày</a:t>
            </a:r>
          </a:p>
        </p:txBody>
      </p:sp>
      <p:sp>
        <p:nvSpPr>
          <p:cNvPr id="3" name="module-wide-panel">
            <a:extLst>
              <a:ext uri="{FF2B5EF4-FFF2-40B4-BE49-F238E27FC236}">
                <a16:creationId xmlns:a16="http://schemas.microsoft.com/office/drawing/2014/main" id="{0372B1FA-4C97-45F2-B5DF-11FB88B06409}"/>
              </a:ext>
            </a:extLst>
          </p:cNvPr>
          <p:cNvSpPr>
            <a:spLocks noGrp="1"/>
          </p:cNvSpPr>
          <p:nvPr/>
        </p:nvSpPr>
        <p:spPr>
          <a:xfrm>
            <a:off x="666750" y="1762125"/>
            <a:ext cx="9906000" cy="3333750"/>
          </a:xfrm>
          <a:prstGeom prst="roundRect">
            <a:avLst>
              <a:gd name="adj" fmla="val 7429"/>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4" name="module-wide-copy">
            <a:extLst>
              <a:ext uri="{FF2B5EF4-FFF2-40B4-BE49-F238E27FC236}">
                <a16:creationId xmlns:a16="http://schemas.microsoft.com/office/drawing/2014/main" id="{85DD1A4D-9977-434B-A4A3-9175CC3E2734}"/>
              </a:ext>
            </a:extLst>
          </p:cNvPr>
          <p:cNvSpPr>
            <a:spLocks noGrp="1"/>
          </p:cNvSpPr>
          <p:nvPr/>
        </p:nvSpPr>
        <p:spPr>
          <a:xfrm>
            <a:off x="1066800" y="2114550"/>
            <a:ext cx="7953375" cy="2619375"/>
          </a:xfrm>
          <a:prstGeom prst="rect">
            <a:avLst/>
          </a:prstGeom>
          <a:noFill/>
          <a:ln w="0">
            <a:noFill/>
            <a:prstDash val="solid"/>
          </a:ln>
        </p:spPr>
        <p:txBody>
          <a:bodyPr lIns="57150" tIns="38100" rIns="57150" bIns="38100" anchor="ctr">
            <a:normAutofit/>
          </a:bodyPr>
          <a:lstStyle/>
          <a:p>
            <a:pPr marL="0" indent="0" algn="l">
              <a:lnSpc>
                <a:spcPct val="110000"/>
              </a:lnSpc>
              <a:spcAft>
                <a:spcPts val="4"/>
              </a:spcAft>
              <a:buNone/>
              <a:defRPr sz="2550" b="1">
                <a:solidFill>
                  <a:srgbClr val="061E4A"/>
                </a:solidFill>
                <a:latin typeface="Aptos"/>
                <a:ea typeface="Aptos"/>
                <a:cs typeface="Aptos"/>
              </a:defRPr>
            </a:pPr>
            <a:r>
              <a:rPr sz="2550" b="1">
                <a:solidFill>
                  <a:srgbClr val="061E4A"/>
                </a:solidFill>
                <a:latin typeface="Aptos"/>
                <a:ea typeface="Aptos"/>
                <a:cs typeface="Aptos"/>
              </a:rPr>
              <a:t>Đừng biến kênh thành một tờ rơi bán hàng.</a:t>
            </a:r>
          </a:p>
        </p:txBody>
      </p:sp>
      <p:sp>
        <p:nvSpPr>
          <p:cNvPr id="5" name="icon-badge-columns-3">
            <a:extLst>
              <a:ext uri="{FF2B5EF4-FFF2-40B4-BE49-F238E27FC236}">
                <a16:creationId xmlns:a16="http://schemas.microsoft.com/office/drawing/2014/main" id="{30992A00-72FD-49F3-BC7C-4A2B94C47B91}"/>
              </a:ext>
            </a:extLst>
          </p:cNvPr>
          <p:cNvSpPr>
            <a:spLocks noGrp="1"/>
          </p:cNvSpPr>
          <p:nvPr/>
        </p:nvSpPr>
        <p:spPr>
          <a:xfrm>
            <a:off x="9305925" y="2809875"/>
            <a:ext cx="990600" cy="990600"/>
          </a:xfrm>
          <a:prstGeom prst="ellipse">
            <a:avLst/>
          </a:prstGeom>
          <a:solidFill>
            <a:srgbClr val="061E4A"/>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4" name="Graphic 13"/>
          <p:cNvPicPr>
            <a:picLocks noChangeAspect="1"/>
          </p:cNvPicPr>
          <p:nvPr/>
        </p:nvPicPr>
        <p:blipFill>
          <a:blip>
            <a:extLst>
              <a:ext uri="{96DAC541-7B7A-43D3-8B79-37D633B846F1}">
                <asvg:svgBlip xmlns:asvg="http://schemas.microsoft.com/office/drawing/2016/SVG/main" r:embed="rId4"/>
              </a:ext>
            </a:extLst>
          </a:blip>
          <a:stretch/>
        </p:blipFill>
        <p:spPr>
          <a:xfrm>
            <a:off x="9533763" y="3037713"/>
            <a:ext cx="534924" cy="534924"/>
          </a:xfrm>
          <a:prstGeom prst="rect">
            <a:avLst/>
          </a:prstGeom>
        </p:spPr>
      </p:pic>
      <p:sp>
        <p:nvSpPr>
          <p:cNvPr id="7" name="footer">
            <a:extLst>
              <a:ext uri="{FF2B5EF4-FFF2-40B4-BE49-F238E27FC236}">
                <a16:creationId xmlns:a16="http://schemas.microsoft.com/office/drawing/2014/main" id="{3DBA6E43-249F-413B-BF34-ADB99ECEDA69}"/>
              </a:ext>
            </a:extLst>
          </p:cNvPr>
          <p:cNvSpPr>
            <a:spLocks noGrp="1"/>
          </p:cNvSpPr>
          <p:nvPr/>
        </p:nvSpPr>
        <p:spPr>
          <a:xfrm>
            <a:off x="685800" y="6257925"/>
            <a:ext cx="8858250" cy="228600"/>
          </a:xfrm>
          <a:prstGeom prst="rect">
            <a:avLst/>
          </a:prstGeom>
          <a:noFill/>
          <a:ln w="0">
            <a:noFill/>
            <a:prstDash val="solid"/>
          </a:ln>
        </p:spPr>
        <p:txBody>
          <a:bodyPr lIns="57150" tIns="38100" rIns="57150" bIns="38100" anchor="ctr">
            <a:normAutofit fontScale="95683" lnSpcReduction="10000"/>
          </a:bodyPr>
          <a:lstStyle/>
          <a:p>
            <a:pPr marL="0" indent="0" algn="l">
              <a:lnSpc>
                <a:spcPct val="108000"/>
              </a:lnSpc>
              <a:spcAft>
                <a:spcPts val="4"/>
              </a:spcAft>
              <a:buNone/>
              <a:defRPr sz="1050" b="1">
                <a:solidFill>
                  <a:srgbClr val="C9D8F0"/>
                </a:solidFill>
                <a:latin typeface="Aptos"/>
                <a:ea typeface="Aptos"/>
                <a:cs typeface="Aptos"/>
              </a:defRPr>
            </a:pPr>
            <a:r>
              <a:rPr sz="1050" b="1">
                <a:solidFill>
                  <a:srgbClr val="F4C76D"/>
                </a:solidFill>
                <a:latin typeface="Aptos"/>
                <a:ea typeface="Aptos"/>
                <a:cs typeface="Aptos"/>
              </a:rPr>
              <a:t>HÚT CỘNG ĐỒNG TỰ ĐỘNG</a:t>
            </a:r>
            <a:r>
              <a:rPr sz="1050" b="1">
                <a:solidFill>
                  <a:srgbClr val="C9D8F0"/>
                </a:solidFill>
                <a:latin typeface="Aptos"/>
                <a:ea typeface="Aptos"/>
                <a:cs typeface="Aptos"/>
              </a:rPr>
              <a:t> • ĐÀO TẠO 3 BUỔI</a:t>
            </a:r>
          </a:p>
        </p:txBody>
      </p:sp>
      <p:sp>
        <p:nvSpPr>
          <p:cNvPr id="8" name="page-number">
            <a:extLst>
              <a:ext uri="{FF2B5EF4-FFF2-40B4-BE49-F238E27FC236}">
                <a16:creationId xmlns:a16="http://schemas.microsoft.com/office/drawing/2014/main" id="{F580DD2E-C736-45A7-8766-845911433099}"/>
              </a:ext>
            </a:extLst>
          </p:cNvPr>
          <p:cNvSpPr>
            <a:spLocks noGrp="1"/>
          </p:cNvSpPr>
          <p:nvPr/>
        </p:nvSpPr>
        <p:spPr>
          <a:xfrm>
            <a:off x="10810875" y="6191250"/>
            <a:ext cx="723900" cy="304800"/>
          </a:xfrm>
          <a:prstGeom prst="rect">
            <a:avLst/>
          </a:prstGeom>
          <a:noFill/>
          <a:ln w="0">
            <a:noFill/>
            <a:prstDash val="solid"/>
          </a:ln>
        </p:spPr>
        <p:txBody>
          <a:bodyPr lIns="57150" tIns="38100" rIns="57150" bIns="38100" anchor="ctr">
            <a:normAutofit/>
          </a:bodyPr>
          <a:lstStyle/>
          <a:p>
            <a:pPr marL="0" indent="0" algn="r">
              <a:lnSpc>
                <a:spcPct val="108000"/>
              </a:lnSpc>
              <a:spcAft>
                <a:spcPts val="4"/>
              </a:spcAft>
              <a:buNone/>
              <a:defRPr sz="1200" b="1">
                <a:solidFill>
                  <a:srgbClr val="F4C76D"/>
                </a:solidFill>
                <a:latin typeface="Aptos"/>
                <a:ea typeface="Aptos"/>
                <a:cs typeface="Aptos"/>
              </a:defRPr>
            </a:pPr>
            <a:r>
              <a:rPr sz="1200" b="1">
                <a:solidFill>
                  <a:srgbClr val="F4C76D"/>
                </a:solidFill>
                <a:latin typeface="Aptos"/>
                <a:ea typeface="Aptos"/>
                <a:cs typeface="Aptos"/>
              </a:rPr>
              <a:t>26</a:t>
            </a:r>
          </a:p>
        </p:txBody>
      </p:sp>
    </p:spTree>
    <p:extLst>
      <p:ext uri="{BB962C8B-B14F-4D97-AF65-F5344CB8AC3E}">
        <p14:creationId xmlns:p14="http://schemas.microsoft.com/office/powerpoint/2010/main" val="214304547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9" name="module-eyebrow">
            <a:extLst>
              <a:ext uri="{FF2B5EF4-FFF2-40B4-BE49-F238E27FC236}">
                <a16:creationId xmlns:a16="http://schemas.microsoft.com/office/drawing/2014/main" id="{0D34E588-1C0F-490C-85DD-FB84625F2D9F}"/>
              </a:ext>
            </a:extLst>
          </p:cNvPr>
          <p:cNvSpPr>
            <a:spLocks noGrp="1"/>
          </p:cNvSpPr>
          <p:nvPr/>
        </p:nvSpPr>
        <p:spPr>
          <a:xfrm>
            <a:off x="685800" y="323850"/>
            <a:ext cx="3429000" cy="285750"/>
          </a:xfrm>
          <a:prstGeom prst="rect">
            <a:avLst/>
          </a:prstGeom>
          <a:noFill/>
          <a:ln w="0">
            <a:noFill/>
            <a:prstDash val="solid"/>
          </a:ln>
        </p:spPr>
        <p:txBody>
          <a:bodyPr lIns="57150" tIns="38100" rIns="57150" bIns="38100" anchor="ctr">
            <a:normAutofit fontScale="99855"/>
          </a:bodyPr>
          <a:lstStyle/>
          <a:p>
            <a:pPr marL="0" indent="0" algn="l">
              <a:lnSpc>
                <a:spcPct val="108000"/>
              </a:lnSpc>
              <a:spcAft>
                <a:spcPts val="4"/>
              </a:spcAft>
              <a:buNone/>
              <a:defRPr sz="1275" b="1">
                <a:solidFill>
                  <a:srgbClr val="F4C76D"/>
                </a:solidFill>
                <a:latin typeface="Aptos"/>
                <a:ea typeface="Aptos"/>
                <a:cs typeface="Aptos"/>
              </a:defRPr>
            </a:pPr>
            <a:r>
              <a:rPr sz="1275" b="1">
                <a:solidFill>
                  <a:srgbClr val="F4C76D"/>
                </a:solidFill>
                <a:latin typeface="Aptos"/>
                <a:ea typeface="Aptos"/>
                <a:cs typeface="Aptos"/>
              </a:rPr>
              <a:t>QUY TRÌNH</a:t>
            </a:r>
          </a:p>
        </p:txBody>
      </p:sp>
      <p:sp>
        <p:nvSpPr>
          <p:cNvPr id="2" name="module-title">
            <a:extLst>
              <a:ext uri="{FF2B5EF4-FFF2-40B4-BE49-F238E27FC236}">
                <a16:creationId xmlns:a16="http://schemas.microsoft.com/office/drawing/2014/main" id="{749C6A6C-890D-4EA5-A9DE-06DAACB510B1}"/>
              </a:ext>
            </a:extLst>
          </p:cNvPr>
          <p:cNvSpPr>
            <a:spLocks noGrp="1"/>
          </p:cNvSpPr>
          <p:nvPr/>
        </p:nvSpPr>
        <p:spPr>
          <a:xfrm>
            <a:off x="685800" y="685800"/>
            <a:ext cx="9620250" cy="781050"/>
          </a:xfrm>
          <a:prstGeom prst="rect">
            <a:avLst/>
          </a:prstGeom>
          <a:noFill/>
          <a:ln w="0">
            <a:noFill/>
            <a:prstDash val="solid"/>
          </a:ln>
        </p:spPr>
        <p:txBody>
          <a:bodyPr lIns="57150" tIns="38100" rIns="57150" bIns="38100" anchor="ctr">
            <a:normAutofit fontScale="93489"/>
          </a:bodyPr>
          <a:lstStyle/>
          <a:p>
            <a:pPr marL="0" indent="0" algn="l">
              <a:lnSpc>
                <a:spcPct val="100000"/>
              </a:lnSpc>
              <a:spcAft>
                <a:spcPts val="4"/>
              </a:spcAft>
              <a:buNone/>
              <a:defRPr sz="3600" b="1">
                <a:solidFill>
                  <a:srgbClr val="FFFFFF"/>
                </a:solidFill>
                <a:latin typeface="Aptos Display"/>
                <a:ea typeface="Aptos Display"/>
                <a:cs typeface="Aptos Display"/>
              </a:defRPr>
            </a:pPr>
            <a:r>
              <a:rPr sz="3600" b="1">
                <a:solidFill>
                  <a:srgbClr val="FFFFFF"/>
                </a:solidFill>
                <a:latin typeface="Aptos Display"/>
                <a:ea typeface="Aptos Display"/>
                <a:cs typeface="Aptos Display"/>
              </a:rPr>
              <a:t>Công thức sản xuất hàng loạt mà vẫn có chất</a:t>
            </a:r>
          </a:p>
        </p:txBody>
      </p:sp>
      <p:sp>
        <p:nvSpPr>
          <p:cNvPr id="3" name="module-wide-panel">
            <a:extLst>
              <a:ext uri="{FF2B5EF4-FFF2-40B4-BE49-F238E27FC236}">
                <a16:creationId xmlns:a16="http://schemas.microsoft.com/office/drawing/2014/main" id="{401451E4-2692-4991-8903-88DD10393E46}"/>
              </a:ext>
            </a:extLst>
          </p:cNvPr>
          <p:cNvSpPr>
            <a:spLocks noGrp="1"/>
          </p:cNvSpPr>
          <p:nvPr/>
        </p:nvSpPr>
        <p:spPr>
          <a:xfrm>
            <a:off x="666750" y="1762125"/>
            <a:ext cx="9906000" cy="3333750"/>
          </a:xfrm>
          <a:prstGeom prst="roundRect">
            <a:avLst>
              <a:gd name="adj" fmla="val 7429"/>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4" name="module-wide-copy">
            <a:extLst>
              <a:ext uri="{FF2B5EF4-FFF2-40B4-BE49-F238E27FC236}">
                <a16:creationId xmlns:a16="http://schemas.microsoft.com/office/drawing/2014/main" id="{7591AEE6-6AE4-4D5A-9158-1049B4A7B84D}"/>
              </a:ext>
            </a:extLst>
          </p:cNvPr>
          <p:cNvSpPr>
            <a:spLocks noGrp="1"/>
          </p:cNvSpPr>
          <p:nvPr/>
        </p:nvSpPr>
        <p:spPr>
          <a:xfrm>
            <a:off x="1066800" y="2114550"/>
            <a:ext cx="7953375" cy="2619375"/>
          </a:xfrm>
          <a:prstGeom prst="rect">
            <a:avLst/>
          </a:prstGeom>
          <a:noFill/>
          <a:ln w="0">
            <a:noFill/>
            <a:prstDash val="solid"/>
          </a:ln>
        </p:spPr>
        <p:txBody>
          <a:bodyPr lIns="57150" tIns="38100" rIns="57150" bIns="38100" anchor="ctr">
            <a:normAutofit/>
          </a:bodyPr>
          <a:lstStyle/>
          <a:p>
            <a:pPr marL="0" indent="0" algn="l">
              <a:lnSpc>
                <a:spcPct val="110000"/>
              </a:lnSpc>
              <a:spcAft>
                <a:spcPts val="4"/>
              </a:spcAft>
              <a:buNone/>
              <a:defRPr sz="2550" b="1">
                <a:solidFill>
                  <a:srgbClr val="061E4A"/>
                </a:solidFill>
                <a:latin typeface="Aptos"/>
                <a:ea typeface="Aptos"/>
                <a:cs typeface="Aptos"/>
              </a:defRPr>
            </a:pPr>
            <a:r>
              <a:rPr sz="2550" b="1">
                <a:solidFill>
                  <a:srgbClr val="061E4A"/>
                </a:solidFill>
                <a:latin typeface="Aptos"/>
                <a:ea typeface="Aptos"/>
                <a:cs typeface="Aptos"/>
              </a:rPr>
              <a:t>Nhân bản quy trình, không nhân bản sự nhàm chán.</a:t>
            </a:r>
          </a:p>
        </p:txBody>
      </p:sp>
      <p:sp>
        <p:nvSpPr>
          <p:cNvPr id="5" name="icon-badge-grid-3x3">
            <a:extLst>
              <a:ext uri="{FF2B5EF4-FFF2-40B4-BE49-F238E27FC236}">
                <a16:creationId xmlns:a16="http://schemas.microsoft.com/office/drawing/2014/main" id="{9DB89ED7-DC13-43CE-9316-62B4E3830C5B}"/>
              </a:ext>
            </a:extLst>
          </p:cNvPr>
          <p:cNvSpPr>
            <a:spLocks noGrp="1"/>
          </p:cNvSpPr>
          <p:nvPr/>
        </p:nvSpPr>
        <p:spPr>
          <a:xfrm>
            <a:off x="9305925" y="2809875"/>
            <a:ext cx="990600" cy="990600"/>
          </a:xfrm>
          <a:prstGeom prst="ellipse">
            <a:avLst/>
          </a:prstGeom>
          <a:solidFill>
            <a:srgbClr val="061E4A"/>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4" name="Graphic 13"/>
          <p:cNvPicPr>
            <a:picLocks noChangeAspect="1"/>
          </p:cNvPicPr>
          <p:nvPr/>
        </p:nvPicPr>
        <p:blipFill>
          <a:blip>
            <a:extLst>
              <a:ext uri="{96DAC541-7B7A-43D3-8B79-37D633B846F1}">
                <asvg:svgBlip xmlns:asvg="http://schemas.microsoft.com/office/drawing/2016/SVG/main" r:embed="rId4"/>
              </a:ext>
            </a:extLst>
          </a:blip>
          <a:stretch/>
        </p:blipFill>
        <p:spPr>
          <a:xfrm>
            <a:off x="9533763" y="3037713"/>
            <a:ext cx="534924" cy="534924"/>
          </a:xfrm>
          <a:prstGeom prst="rect">
            <a:avLst/>
          </a:prstGeom>
        </p:spPr>
      </p:pic>
      <p:sp>
        <p:nvSpPr>
          <p:cNvPr id="7" name="footer">
            <a:extLst>
              <a:ext uri="{FF2B5EF4-FFF2-40B4-BE49-F238E27FC236}">
                <a16:creationId xmlns:a16="http://schemas.microsoft.com/office/drawing/2014/main" id="{EE6BB844-BADE-44B8-8E1C-D6BA6F8BE2C8}"/>
              </a:ext>
            </a:extLst>
          </p:cNvPr>
          <p:cNvSpPr>
            <a:spLocks noGrp="1"/>
          </p:cNvSpPr>
          <p:nvPr/>
        </p:nvSpPr>
        <p:spPr>
          <a:xfrm>
            <a:off x="685800" y="6257925"/>
            <a:ext cx="8858250" cy="228600"/>
          </a:xfrm>
          <a:prstGeom prst="rect">
            <a:avLst/>
          </a:prstGeom>
          <a:noFill/>
          <a:ln w="0">
            <a:noFill/>
            <a:prstDash val="solid"/>
          </a:ln>
        </p:spPr>
        <p:txBody>
          <a:bodyPr lIns="57150" tIns="38100" rIns="57150" bIns="38100" anchor="ctr">
            <a:normAutofit fontScale="95683" lnSpcReduction="10000"/>
          </a:bodyPr>
          <a:lstStyle/>
          <a:p>
            <a:pPr marL="0" indent="0" algn="l">
              <a:lnSpc>
                <a:spcPct val="108000"/>
              </a:lnSpc>
              <a:spcAft>
                <a:spcPts val="4"/>
              </a:spcAft>
              <a:buNone/>
              <a:defRPr sz="1050" b="1">
                <a:solidFill>
                  <a:srgbClr val="C9D8F0"/>
                </a:solidFill>
                <a:latin typeface="Aptos"/>
                <a:ea typeface="Aptos"/>
                <a:cs typeface="Aptos"/>
              </a:defRPr>
            </a:pPr>
            <a:r>
              <a:rPr sz="1050" b="1">
                <a:solidFill>
                  <a:srgbClr val="F4C76D"/>
                </a:solidFill>
                <a:latin typeface="Aptos"/>
                <a:ea typeface="Aptos"/>
                <a:cs typeface="Aptos"/>
              </a:rPr>
              <a:t>HÚT CỘNG ĐỒNG TỰ ĐỘNG</a:t>
            </a:r>
            <a:r>
              <a:rPr sz="1050" b="1">
                <a:solidFill>
                  <a:srgbClr val="C9D8F0"/>
                </a:solidFill>
                <a:latin typeface="Aptos"/>
                <a:ea typeface="Aptos"/>
                <a:cs typeface="Aptos"/>
              </a:rPr>
              <a:t> • ĐÀO TẠO 3 BUỔI</a:t>
            </a:r>
          </a:p>
        </p:txBody>
      </p:sp>
      <p:sp>
        <p:nvSpPr>
          <p:cNvPr id="8" name="page-number">
            <a:extLst>
              <a:ext uri="{FF2B5EF4-FFF2-40B4-BE49-F238E27FC236}">
                <a16:creationId xmlns:a16="http://schemas.microsoft.com/office/drawing/2014/main" id="{6E63897F-ED49-490F-BF25-E777E918CD02}"/>
              </a:ext>
            </a:extLst>
          </p:cNvPr>
          <p:cNvSpPr>
            <a:spLocks noGrp="1"/>
          </p:cNvSpPr>
          <p:nvPr/>
        </p:nvSpPr>
        <p:spPr>
          <a:xfrm>
            <a:off x="10810875" y="6191250"/>
            <a:ext cx="723900" cy="304800"/>
          </a:xfrm>
          <a:prstGeom prst="rect">
            <a:avLst/>
          </a:prstGeom>
          <a:noFill/>
          <a:ln w="0">
            <a:noFill/>
            <a:prstDash val="solid"/>
          </a:ln>
        </p:spPr>
        <p:txBody>
          <a:bodyPr lIns="57150" tIns="38100" rIns="57150" bIns="38100" anchor="ctr">
            <a:normAutofit/>
          </a:bodyPr>
          <a:lstStyle/>
          <a:p>
            <a:pPr marL="0" indent="0" algn="r">
              <a:lnSpc>
                <a:spcPct val="108000"/>
              </a:lnSpc>
              <a:spcAft>
                <a:spcPts val="4"/>
              </a:spcAft>
              <a:buNone/>
              <a:defRPr sz="1200" b="1">
                <a:solidFill>
                  <a:srgbClr val="F4C76D"/>
                </a:solidFill>
                <a:latin typeface="Aptos"/>
                <a:ea typeface="Aptos"/>
                <a:cs typeface="Aptos"/>
              </a:defRPr>
            </a:pPr>
            <a:r>
              <a:rPr sz="1200" b="1">
                <a:solidFill>
                  <a:srgbClr val="F4C76D"/>
                </a:solidFill>
                <a:latin typeface="Aptos"/>
                <a:ea typeface="Aptos"/>
                <a:cs typeface="Aptos"/>
              </a:rPr>
              <a:t>27</a:t>
            </a:r>
          </a:p>
        </p:txBody>
      </p:sp>
    </p:spTree>
    <p:extLst>
      <p:ext uri="{BB962C8B-B14F-4D97-AF65-F5344CB8AC3E}">
        <p14:creationId xmlns:p14="http://schemas.microsoft.com/office/powerpoint/2010/main" val="176447108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8" name="module-eyebrow">
            <a:extLst>
              <a:ext uri="{FF2B5EF4-FFF2-40B4-BE49-F238E27FC236}">
                <a16:creationId xmlns:a16="http://schemas.microsoft.com/office/drawing/2014/main" id="{000D8CA4-AA2E-4188-B5DA-E542CDE887DF}"/>
              </a:ext>
            </a:extLst>
          </p:cNvPr>
          <p:cNvSpPr>
            <a:spLocks noGrp="1"/>
          </p:cNvSpPr>
          <p:nvPr/>
        </p:nvSpPr>
        <p:spPr>
          <a:xfrm>
            <a:off x="685800" y="323850"/>
            <a:ext cx="3429000" cy="285750"/>
          </a:xfrm>
          <a:prstGeom prst="rect">
            <a:avLst/>
          </a:prstGeom>
          <a:noFill/>
          <a:ln w="0">
            <a:noFill/>
            <a:prstDash val="solid"/>
          </a:ln>
        </p:spPr>
        <p:txBody>
          <a:bodyPr lIns="57150" tIns="38100" rIns="57150" bIns="38100" anchor="ctr">
            <a:normAutofit fontScale="99855"/>
          </a:bodyPr>
          <a:lstStyle/>
          <a:p>
            <a:pPr marL="0" indent="0" algn="l">
              <a:lnSpc>
                <a:spcPct val="108000"/>
              </a:lnSpc>
              <a:spcAft>
                <a:spcPts val="4"/>
              </a:spcAft>
              <a:buNone/>
              <a:defRPr sz="1275" b="1">
                <a:solidFill>
                  <a:srgbClr val="F4C76D"/>
                </a:solidFill>
                <a:latin typeface="Aptos"/>
                <a:ea typeface="Aptos"/>
                <a:cs typeface="Aptos"/>
              </a:defRPr>
            </a:pPr>
            <a:r>
              <a:rPr sz="1275" b="1">
                <a:solidFill>
                  <a:srgbClr val="F4C76D"/>
                </a:solidFill>
                <a:latin typeface="Aptos"/>
                <a:ea typeface="Aptos"/>
                <a:cs typeface="Aptos"/>
              </a:rPr>
              <a:t>CÔNG CỤ</a:t>
            </a:r>
          </a:p>
        </p:txBody>
      </p:sp>
      <p:sp>
        <p:nvSpPr>
          <p:cNvPr id="2" name="module-title">
            <a:extLst>
              <a:ext uri="{FF2B5EF4-FFF2-40B4-BE49-F238E27FC236}">
                <a16:creationId xmlns:a16="http://schemas.microsoft.com/office/drawing/2014/main" id="{34438370-6DCA-4662-AE10-626128C20144}"/>
              </a:ext>
            </a:extLst>
          </p:cNvPr>
          <p:cNvSpPr>
            <a:spLocks noGrp="1"/>
          </p:cNvSpPr>
          <p:nvPr/>
        </p:nvSpPr>
        <p:spPr>
          <a:xfrm>
            <a:off x="685800" y="685800"/>
            <a:ext cx="9620250" cy="7810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600" b="1">
                <a:solidFill>
                  <a:srgbClr val="FFFFFF"/>
                </a:solidFill>
                <a:latin typeface="Aptos Display"/>
                <a:ea typeface="Aptos Display"/>
                <a:cs typeface="Aptos Display"/>
              </a:defRPr>
            </a:pPr>
            <a:r>
              <a:rPr sz="3600" b="1">
                <a:solidFill>
                  <a:srgbClr val="FFFFFF"/>
                </a:solidFill>
                <a:latin typeface="Aptos Display"/>
                <a:ea typeface="Aptos Display"/>
                <a:cs typeface="Aptos Display"/>
              </a:rPr>
              <a:t>Lead magnet: cho một lý do để bước vào</a:t>
            </a:r>
          </a:p>
        </p:txBody>
      </p:sp>
      <p:sp>
        <p:nvSpPr>
          <p:cNvPr id="3" name="module-focus-panel">
            <a:extLst>
              <a:ext uri="{FF2B5EF4-FFF2-40B4-BE49-F238E27FC236}">
                <a16:creationId xmlns:a16="http://schemas.microsoft.com/office/drawing/2014/main" id="{88172A67-DD93-45C4-AEB7-7BE76FE7E7AE}"/>
              </a:ext>
            </a:extLst>
          </p:cNvPr>
          <p:cNvSpPr>
            <a:spLocks noGrp="1"/>
          </p:cNvSpPr>
          <p:nvPr/>
        </p:nvSpPr>
        <p:spPr>
          <a:xfrm>
            <a:off x="2000250" y="1809750"/>
            <a:ext cx="8191500" cy="3190875"/>
          </a:xfrm>
          <a:prstGeom prst="roundRect">
            <a:avLst>
              <a:gd name="adj" fmla="val 8358"/>
            </a:avLst>
          </a:prstGeom>
          <a:solidFill>
            <a:srgbClr val="061E4A">
              <a:alpha val="90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4" name="icon-badge-square-kanban">
            <a:extLst>
              <a:ext uri="{FF2B5EF4-FFF2-40B4-BE49-F238E27FC236}">
                <a16:creationId xmlns:a16="http://schemas.microsoft.com/office/drawing/2014/main" id="{E995444A-16B0-4352-B406-E5547325E50C}"/>
              </a:ext>
            </a:extLst>
          </p:cNvPr>
          <p:cNvSpPr>
            <a:spLocks noGrp="1"/>
          </p:cNvSpPr>
          <p:nvPr/>
        </p:nvSpPr>
        <p:spPr>
          <a:xfrm>
            <a:off x="5286375" y="2571750"/>
            <a:ext cx="1619250" cy="16192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5658803" y="2944178"/>
            <a:ext cx="874395" cy="874395"/>
          </a:xfrm>
          <a:prstGeom prst="rect">
            <a:avLst/>
          </a:prstGeom>
        </p:spPr>
      </p:pic>
      <p:sp>
        <p:nvSpPr>
          <p:cNvPr id="6" name="footer">
            <a:extLst>
              <a:ext uri="{FF2B5EF4-FFF2-40B4-BE49-F238E27FC236}">
                <a16:creationId xmlns:a16="http://schemas.microsoft.com/office/drawing/2014/main" id="{B75B797F-1BF0-48DC-AFEF-6AFED19FE723}"/>
              </a:ext>
            </a:extLst>
          </p:cNvPr>
          <p:cNvSpPr>
            <a:spLocks noGrp="1"/>
          </p:cNvSpPr>
          <p:nvPr/>
        </p:nvSpPr>
        <p:spPr>
          <a:xfrm>
            <a:off x="685800" y="6257925"/>
            <a:ext cx="8858250" cy="228600"/>
          </a:xfrm>
          <a:prstGeom prst="rect">
            <a:avLst/>
          </a:prstGeom>
          <a:noFill/>
          <a:ln w="0">
            <a:noFill/>
            <a:prstDash val="solid"/>
          </a:ln>
        </p:spPr>
        <p:txBody>
          <a:bodyPr lIns="57150" tIns="38100" rIns="57150" bIns="38100" anchor="ctr">
            <a:normAutofit fontScale="95683" lnSpcReduction="10000"/>
          </a:bodyPr>
          <a:lstStyle/>
          <a:p>
            <a:pPr marL="0" indent="0" algn="l">
              <a:lnSpc>
                <a:spcPct val="108000"/>
              </a:lnSpc>
              <a:spcAft>
                <a:spcPts val="4"/>
              </a:spcAft>
              <a:buNone/>
              <a:defRPr sz="1050" b="1">
                <a:solidFill>
                  <a:srgbClr val="C9D8F0"/>
                </a:solidFill>
                <a:latin typeface="Aptos"/>
                <a:ea typeface="Aptos"/>
                <a:cs typeface="Aptos"/>
              </a:defRPr>
            </a:pPr>
            <a:r>
              <a:rPr sz="1050" b="1">
                <a:solidFill>
                  <a:srgbClr val="F4C76D"/>
                </a:solidFill>
                <a:latin typeface="Aptos"/>
                <a:ea typeface="Aptos"/>
                <a:cs typeface="Aptos"/>
              </a:rPr>
              <a:t>HÚT CỘNG ĐỒNG TỰ ĐỘNG</a:t>
            </a:r>
            <a:r>
              <a:rPr sz="1050" b="1">
                <a:solidFill>
                  <a:srgbClr val="C9D8F0"/>
                </a:solidFill>
                <a:latin typeface="Aptos"/>
                <a:ea typeface="Aptos"/>
                <a:cs typeface="Aptos"/>
              </a:rPr>
              <a:t> • ĐÀO TẠO 3 BUỔI</a:t>
            </a:r>
          </a:p>
        </p:txBody>
      </p:sp>
      <p:sp>
        <p:nvSpPr>
          <p:cNvPr id="7" name="page-number">
            <a:extLst>
              <a:ext uri="{FF2B5EF4-FFF2-40B4-BE49-F238E27FC236}">
                <a16:creationId xmlns:a16="http://schemas.microsoft.com/office/drawing/2014/main" id="{B79FC882-8DA9-41BE-9037-9CF99EA62F2A}"/>
              </a:ext>
            </a:extLst>
          </p:cNvPr>
          <p:cNvSpPr>
            <a:spLocks noGrp="1"/>
          </p:cNvSpPr>
          <p:nvPr/>
        </p:nvSpPr>
        <p:spPr>
          <a:xfrm>
            <a:off x="10810875" y="6191250"/>
            <a:ext cx="723900" cy="304800"/>
          </a:xfrm>
          <a:prstGeom prst="rect">
            <a:avLst/>
          </a:prstGeom>
          <a:noFill/>
          <a:ln w="0">
            <a:noFill/>
            <a:prstDash val="solid"/>
          </a:ln>
        </p:spPr>
        <p:txBody>
          <a:bodyPr lIns="57150" tIns="38100" rIns="57150" bIns="38100" anchor="ctr">
            <a:normAutofit/>
          </a:bodyPr>
          <a:lstStyle/>
          <a:p>
            <a:pPr marL="0" indent="0" algn="r">
              <a:lnSpc>
                <a:spcPct val="108000"/>
              </a:lnSpc>
              <a:spcAft>
                <a:spcPts val="4"/>
              </a:spcAft>
              <a:buNone/>
              <a:defRPr sz="1200" b="1">
                <a:solidFill>
                  <a:srgbClr val="F4C76D"/>
                </a:solidFill>
                <a:latin typeface="Aptos"/>
                <a:ea typeface="Aptos"/>
                <a:cs typeface="Aptos"/>
              </a:defRPr>
            </a:pPr>
            <a:r>
              <a:rPr sz="1200" b="1">
                <a:solidFill>
                  <a:srgbClr val="F4C76D"/>
                </a:solidFill>
                <a:latin typeface="Aptos"/>
                <a:ea typeface="Aptos"/>
                <a:cs typeface="Aptos"/>
              </a:rPr>
              <a:t>30</a:t>
            </a:r>
          </a:p>
        </p:txBody>
      </p:sp>
    </p:spTree>
    <p:extLst>
      <p:ext uri="{BB962C8B-B14F-4D97-AF65-F5344CB8AC3E}">
        <p14:creationId xmlns:p14="http://schemas.microsoft.com/office/powerpoint/2010/main" val="210012079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8" name="module-eyebrow">
            <a:extLst>
              <a:ext uri="{FF2B5EF4-FFF2-40B4-BE49-F238E27FC236}">
                <a16:creationId xmlns:a16="http://schemas.microsoft.com/office/drawing/2014/main" id="{77541C55-5793-48B4-8041-4D7C2BE0C8C2}"/>
              </a:ext>
            </a:extLst>
          </p:cNvPr>
          <p:cNvSpPr>
            <a:spLocks noGrp="1"/>
          </p:cNvSpPr>
          <p:nvPr/>
        </p:nvSpPr>
        <p:spPr>
          <a:xfrm>
            <a:off x="685800" y="323850"/>
            <a:ext cx="3429000" cy="285750"/>
          </a:xfrm>
          <a:prstGeom prst="rect">
            <a:avLst/>
          </a:prstGeom>
          <a:noFill/>
          <a:ln w="0">
            <a:noFill/>
            <a:prstDash val="solid"/>
          </a:ln>
        </p:spPr>
        <p:txBody>
          <a:bodyPr lIns="57150" tIns="38100" rIns="57150" bIns="38100" anchor="ctr">
            <a:normAutofit fontScale="99855"/>
          </a:bodyPr>
          <a:lstStyle/>
          <a:p>
            <a:pPr marL="0" indent="0" algn="l">
              <a:lnSpc>
                <a:spcPct val="108000"/>
              </a:lnSpc>
              <a:spcAft>
                <a:spcPts val="4"/>
              </a:spcAft>
              <a:buNone/>
              <a:defRPr sz="1275" b="1">
                <a:solidFill>
                  <a:srgbClr val="F4C76D"/>
                </a:solidFill>
                <a:latin typeface="Aptos"/>
                <a:ea typeface="Aptos"/>
                <a:cs typeface="Aptos"/>
              </a:defRPr>
            </a:pPr>
            <a:r>
              <a:rPr sz="1275" b="1">
                <a:solidFill>
                  <a:srgbClr val="F4C76D"/>
                </a:solidFill>
                <a:latin typeface="Aptos"/>
                <a:ea typeface="Aptos"/>
                <a:cs typeface="Aptos"/>
              </a:rPr>
              <a:t>TỰ ĐỘNG</a:t>
            </a:r>
          </a:p>
        </p:txBody>
      </p:sp>
      <p:sp>
        <p:nvSpPr>
          <p:cNvPr id="2" name="module-title">
            <a:extLst>
              <a:ext uri="{FF2B5EF4-FFF2-40B4-BE49-F238E27FC236}">
                <a16:creationId xmlns:a16="http://schemas.microsoft.com/office/drawing/2014/main" id="{81E87F74-3768-459F-973C-6A0C531A63E1}"/>
              </a:ext>
            </a:extLst>
          </p:cNvPr>
          <p:cNvSpPr>
            <a:spLocks noGrp="1"/>
          </p:cNvSpPr>
          <p:nvPr/>
        </p:nvSpPr>
        <p:spPr>
          <a:xfrm>
            <a:off x="685800" y="685800"/>
            <a:ext cx="9620250" cy="7810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sz="3900" b="1">
                <a:solidFill>
                  <a:srgbClr val="FFFFFF"/>
                </a:solidFill>
                <a:latin typeface="Aptos Display"/>
                <a:ea typeface="Aptos Display"/>
                <a:cs typeface="Aptos Display"/>
              </a:rPr>
              <a:t>Tự động hóa phần nào?</a:t>
            </a:r>
          </a:p>
        </p:txBody>
      </p:sp>
      <p:sp>
        <p:nvSpPr>
          <p:cNvPr id="3" name="module-focus-panel">
            <a:extLst>
              <a:ext uri="{FF2B5EF4-FFF2-40B4-BE49-F238E27FC236}">
                <a16:creationId xmlns:a16="http://schemas.microsoft.com/office/drawing/2014/main" id="{2A98E6D1-965C-4085-8DFE-3C9610DD9062}"/>
              </a:ext>
            </a:extLst>
          </p:cNvPr>
          <p:cNvSpPr>
            <a:spLocks noGrp="1"/>
          </p:cNvSpPr>
          <p:nvPr/>
        </p:nvSpPr>
        <p:spPr>
          <a:xfrm>
            <a:off x="2000250" y="1809750"/>
            <a:ext cx="8191500" cy="3190875"/>
          </a:xfrm>
          <a:prstGeom prst="roundRect">
            <a:avLst>
              <a:gd name="adj" fmla="val 8358"/>
            </a:avLst>
          </a:prstGeom>
          <a:solidFill>
            <a:srgbClr val="061E4A">
              <a:alpha val="90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4" name="icon-badge-scroll-text">
            <a:extLst>
              <a:ext uri="{FF2B5EF4-FFF2-40B4-BE49-F238E27FC236}">
                <a16:creationId xmlns:a16="http://schemas.microsoft.com/office/drawing/2014/main" id="{7BEEC031-F11D-4CA5-836A-BC85281FE794}"/>
              </a:ext>
            </a:extLst>
          </p:cNvPr>
          <p:cNvSpPr>
            <a:spLocks noGrp="1"/>
          </p:cNvSpPr>
          <p:nvPr/>
        </p:nvSpPr>
        <p:spPr>
          <a:xfrm>
            <a:off x="5286375" y="2571750"/>
            <a:ext cx="1619250" cy="16192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5658803" y="2944178"/>
            <a:ext cx="874395" cy="874395"/>
          </a:xfrm>
          <a:prstGeom prst="rect">
            <a:avLst/>
          </a:prstGeom>
        </p:spPr>
      </p:pic>
      <p:sp>
        <p:nvSpPr>
          <p:cNvPr id="6" name="footer">
            <a:extLst>
              <a:ext uri="{FF2B5EF4-FFF2-40B4-BE49-F238E27FC236}">
                <a16:creationId xmlns:a16="http://schemas.microsoft.com/office/drawing/2014/main" id="{65FDFA0B-F846-45CA-BD40-C8B861C4E7F6}"/>
              </a:ext>
            </a:extLst>
          </p:cNvPr>
          <p:cNvSpPr>
            <a:spLocks noGrp="1"/>
          </p:cNvSpPr>
          <p:nvPr/>
        </p:nvSpPr>
        <p:spPr>
          <a:xfrm>
            <a:off x="685800" y="6257925"/>
            <a:ext cx="8858250" cy="228600"/>
          </a:xfrm>
          <a:prstGeom prst="rect">
            <a:avLst/>
          </a:prstGeom>
          <a:noFill/>
          <a:ln w="0">
            <a:noFill/>
            <a:prstDash val="solid"/>
          </a:ln>
        </p:spPr>
        <p:txBody>
          <a:bodyPr lIns="57150" tIns="38100" rIns="57150" bIns="38100" anchor="ctr">
            <a:normAutofit fontScale="95683" lnSpcReduction="10000"/>
          </a:bodyPr>
          <a:lstStyle/>
          <a:p>
            <a:pPr marL="0" indent="0" algn="l">
              <a:lnSpc>
                <a:spcPct val="108000"/>
              </a:lnSpc>
              <a:spcAft>
                <a:spcPts val="4"/>
              </a:spcAft>
              <a:buNone/>
              <a:defRPr sz="1050" b="1">
                <a:solidFill>
                  <a:srgbClr val="C9D8F0"/>
                </a:solidFill>
                <a:latin typeface="Aptos"/>
                <a:ea typeface="Aptos"/>
                <a:cs typeface="Aptos"/>
              </a:defRPr>
            </a:pPr>
            <a:r>
              <a:rPr sz="1050" b="1">
                <a:solidFill>
                  <a:srgbClr val="F4C76D"/>
                </a:solidFill>
                <a:latin typeface="Aptos"/>
                <a:ea typeface="Aptos"/>
                <a:cs typeface="Aptos"/>
              </a:rPr>
              <a:t>HÚT CỘNG ĐỒNG TỰ ĐỘNG</a:t>
            </a:r>
            <a:r>
              <a:rPr sz="1050" b="1">
                <a:solidFill>
                  <a:srgbClr val="C9D8F0"/>
                </a:solidFill>
                <a:latin typeface="Aptos"/>
                <a:ea typeface="Aptos"/>
                <a:cs typeface="Aptos"/>
              </a:rPr>
              <a:t> • ĐÀO TẠO 3 BUỔI</a:t>
            </a:r>
          </a:p>
        </p:txBody>
      </p:sp>
      <p:sp>
        <p:nvSpPr>
          <p:cNvPr id="7" name="page-number">
            <a:extLst>
              <a:ext uri="{FF2B5EF4-FFF2-40B4-BE49-F238E27FC236}">
                <a16:creationId xmlns:a16="http://schemas.microsoft.com/office/drawing/2014/main" id="{3D6CBE13-9226-48AD-983C-3B584415B982}"/>
              </a:ext>
            </a:extLst>
          </p:cNvPr>
          <p:cNvSpPr>
            <a:spLocks noGrp="1"/>
          </p:cNvSpPr>
          <p:nvPr/>
        </p:nvSpPr>
        <p:spPr>
          <a:xfrm>
            <a:off x="10810875" y="6191250"/>
            <a:ext cx="723900" cy="304800"/>
          </a:xfrm>
          <a:prstGeom prst="rect">
            <a:avLst/>
          </a:prstGeom>
          <a:noFill/>
          <a:ln w="0">
            <a:noFill/>
            <a:prstDash val="solid"/>
          </a:ln>
        </p:spPr>
        <p:txBody>
          <a:bodyPr lIns="57150" tIns="38100" rIns="57150" bIns="38100" anchor="ctr">
            <a:normAutofit/>
          </a:bodyPr>
          <a:lstStyle/>
          <a:p>
            <a:pPr marL="0" indent="0" algn="r">
              <a:lnSpc>
                <a:spcPct val="108000"/>
              </a:lnSpc>
              <a:spcAft>
                <a:spcPts val="4"/>
              </a:spcAft>
              <a:buNone/>
              <a:defRPr sz="1200" b="1">
                <a:solidFill>
                  <a:srgbClr val="F4C76D"/>
                </a:solidFill>
                <a:latin typeface="Aptos"/>
                <a:ea typeface="Aptos"/>
                <a:cs typeface="Aptos"/>
              </a:defRPr>
            </a:pPr>
            <a:r>
              <a:rPr sz="1200" b="1">
                <a:solidFill>
                  <a:srgbClr val="F4C76D"/>
                </a:solidFill>
                <a:latin typeface="Aptos"/>
                <a:ea typeface="Aptos"/>
                <a:cs typeface="Aptos"/>
              </a:rPr>
              <a:t>32</a:t>
            </a:r>
          </a:p>
        </p:txBody>
      </p:sp>
    </p:spTree>
    <p:extLst>
      <p:ext uri="{BB962C8B-B14F-4D97-AF65-F5344CB8AC3E}">
        <p14:creationId xmlns:p14="http://schemas.microsoft.com/office/powerpoint/2010/main" val="140675572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11" name="module-eyebrow">
            <a:extLst>
              <a:ext uri="{FF2B5EF4-FFF2-40B4-BE49-F238E27FC236}">
                <a16:creationId xmlns:a16="http://schemas.microsoft.com/office/drawing/2014/main" id="{FDD0F3FB-493F-4127-92FA-9D91E637A1C6}"/>
              </a:ext>
            </a:extLst>
          </p:cNvPr>
          <p:cNvSpPr>
            <a:spLocks noGrp="1"/>
          </p:cNvSpPr>
          <p:nvPr/>
        </p:nvSpPr>
        <p:spPr>
          <a:xfrm>
            <a:off x="685800" y="323850"/>
            <a:ext cx="3429000" cy="285750"/>
          </a:xfrm>
          <a:prstGeom prst="rect">
            <a:avLst/>
          </a:prstGeom>
          <a:noFill/>
          <a:ln w="0">
            <a:noFill/>
            <a:prstDash val="solid"/>
          </a:ln>
        </p:spPr>
        <p:txBody>
          <a:bodyPr lIns="57150" tIns="38100" rIns="57150" bIns="38100" anchor="ctr">
            <a:normAutofit fontScale="99855"/>
          </a:bodyPr>
          <a:lstStyle/>
          <a:p>
            <a:pPr marL="0" indent="0" algn="l">
              <a:lnSpc>
                <a:spcPct val="108000"/>
              </a:lnSpc>
              <a:spcAft>
                <a:spcPts val="4"/>
              </a:spcAft>
              <a:buNone/>
              <a:defRPr sz="1275" b="1">
                <a:solidFill>
                  <a:srgbClr val="F4C76D"/>
                </a:solidFill>
                <a:latin typeface="Aptos"/>
                <a:ea typeface="Aptos"/>
                <a:cs typeface="Aptos"/>
              </a:defRPr>
            </a:pPr>
            <a:r>
              <a:rPr lang="en-US" sz="1275" dirty="0">
                <a:solidFill>
                  <a:srgbClr val="F4C76D"/>
                </a:solidFill>
                <a:latin typeface="Aptos"/>
                <a:ea typeface="Aptos"/>
                <a:cs typeface="Aptos"/>
              </a:rPr>
              <a:t>THỰC HÀNH</a:t>
            </a:r>
          </a:p>
        </p:txBody>
      </p:sp>
      <p:sp>
        <p:nvSpPr>
          <p:cNvPr id="2" name="module-title">
            <a:extLst>
              <a:ext uri="{FF2B5EF4-FFF2-40B4-BE49-F238E27FC236}">
                <a16:creationId xmlns:a16="http://schemas.microsoft.com/office/drawing/2014/main" id="{A95788FE-C85B-4E55-AD76-D66DD21CC625}"/>
              </a:ext>
            </a:extLst>
          </p:cNvPr>
          <p:cNvSpPr>
            <a:spLocks noGrp="1"/>
          </p:cNvSpPr>
          <p:nvPr/>
        </p:nvSpPr>
        <p:spPr>
          <a:xfrm>
            <a:off x="685800" y="685800"/>
            <a:ext cx="9620250" cy="7810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en-US" sz="3900" dirty="0">
                <a:solidFill>
                  <a:srgbClr val="FFFFFF"/>
                </a:solidFill>
                <a:latin typeface="Aptos Display"/>
                <a:ea typeface="Aptos Display"/>
                <a:cs typeface="Aptos Display"/>
              </a:rPr>
              <a:t>BÀI TẬP CHỐT</a:t>
            </a:r>
          </a:p>
        </p:txBody>
      </p:sp>
      <p:sp>
        <p:nvSpPr>
          <p:cNvPr id="3" name="module-left-panel">
            <a:extLst>
              <a:ext uri="{FF2B5EF4-FFF2-40B4-BE49-F238E27FC236}">
                <a16:creationId xmlns:a16="http://schemas.microsoft.com/office/drawing/2014/main" id="{55B27974-333F-4E2D-9B61-7DE38B6E24BE}"/>
              </a:ext>
            </a:extLst>
          </p:cNvPr>
          <p:cNvSpPr>
            <a:spLocks noGrp="1"/>
          </p:cNvSpPr>
          <p:nvPr/>
        </p:nvSpPr>
        <p:spPr>
          <a:xfrm>
            <a:off x="666750" y="1714500"/>
            <a:ext cx="4333875" cy="3476625"/>
          </a:xfrm>
          <a:prstGeom prst="roundRect">
            <a:avLst>
              <a:gd name="adj" fmla="val 6575"/>
            </a:avLst>
          </a:prstGeom>
          <a:solidFill>
            <a:srgbClr val="062458">
              <a:alpha val="94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4" name="module-right-panel">
            <a:extLst>
              <a:ext uri="{FF2B5EF4-FFF2-40B4-BE49-F238E27FC236}">
                <a16:creationId xmlns:a16="http://schemas.microsoft.com/office/drawing/2014/main" id="{E5CA1F7F-C402-44C4-B9A3-C63F74EE8803}"/>
              </a:ext>
            </a:extLst>
          </p:cNvPr>
          <p:cNvSpPr>
            <a:spLocks noGrp="1"/>
          </p:cNvSpPr>
          <p:nvPr/>
        </p:nvSpPr>
        <p:spPr>
          <a:xfrm>
            <a:off x="5286375" y="1714500"/>
            <a:ext cx="6238875" cy="3476625"/>
          </a:xfrm>
          <a:prstGeom prst="roundRect">
            <a:avLst>
              <a:gd name="adj" fmla="val 6575"/>
            </a:avLst>
          </a:prstGeom>
          <a:solidFill>
            <a:srgbClr val="F7F3E8">
              <a:alpha val="97000"/>
            </a:srgbClr>
          </a:solidFill>
          <a:ln w="12383">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5" name="module-callout">
            <a:extLst>
              <a:ext uri="{FF2B5EF4-FFF2-40B4-BE49-F238E27FC236}">
                <a16:creationId xmlns:a16="http://schemas.microsoft.com/office/drawing/2014/main" id="{78831CC3-CCAA-439B-BCE4-B79DAB11ED8E}"/>
              </a:ext>
            </a:extLst>
          </p:cNvPr>
          <p:cNvSpPr>
            <a:spLocks noGrp="1"/>
          </p:cNvSpPr>
          <p:nvPr/>
        </p:nvSpPr>
        <p:spPr>
          <a:xfrm>
            <a:off x="933450" y="1981200"/>
            <a:ext cx="3810000" cy="2857500"/>
          </a:xfrm>
          <a:prstGeom prst="rect">
            <a:avLst/>
          </a:prstGeom>
          <a:noFill/>
          <a:ln w="0">
            <a:noFill/>
            <a:prstDash val="solid"/>
          </a:ln>
        </p:spPr>
        <p:txBody>
          <a:bodyPr lIns="57150" tIns="38100" rIns="57150" bIns="38100" anchor="ctr">
            <a:normAutofit/>
          </a:bodyPr>
          <a:lstStyle/>
          <a:p>
            <a:pPr marL="0" indent="0" algn="l">
              <a:lnSpc>
                <a:spcPct val="108000"/>
              </a:lnSpc>
              <a:spcAft>
                <a:spcPts val="4"/>
              </a:spcAft>
              <a:buNone/>
              <a:defRPr sz="2400" b="1">
                <a:solidFill>
                  <a:srgbClr val="FFFFFF"/>
                </a:solidFill>
                <a:latin typeface="Aptos Display"/>
                <a:ea typeface="Aptos Display"/>
                <a:cs typeface="Aptos Display"/>
              </a:defRPr>
            </a:pPr>
            <a:r>
              <a:rPr lang="en-US" sz="2400" dirty="0">
                <a:solidFill>
                  <a:srgbClr val="FFFFFF"/>
                </a:solidFill>
                <a:latin typeface="Aptos Display"/>
                <a:ea typeface="Aptos Display"/>
                <a:cs typeface="Aptos Display"/>
              </a:rPr>
              <a:t>MỘT KÊNH CÓ THÔNG ĐIỆP RÕ + MỘT PHỄU TỐI GIẢN.</a:t>
            </a:r>
          </a:p>
        </p:txBody>
      </p:sp>
      <p:sp>
        <p:nvSpPr>
          <p:cNvPr id="6" name="module-body-1">
            <a:extLst>
              <a:ext uri="{FF2B5EF4-FFF2-40B4-BE49-F238E27FC236}">
                <a16:creationId xmlns:a16="http://schemas.microsoft.com/office/drawing/2014/main" id="{3984C953-8100-4239-BAC7-4C01A1CB42F3}"/>
              </a:ext>
            </a:extLst>
          </p:cNvPr>
          <p:cNvSpPr>
            <a:spLocks noGrp="1"/>
          </p:cNvSpPr>
          <p:nvPr/>
        </p:nvSpPr>
        <p:spPr>
          <a:xfrm>
            <a:off x="5619750" y="1924050"/>
            <a:ext cx="5572125" cy="3009900"/>
          </a:xfrm>
          <a:prstGeom prst="rect">
            <a:avLst/>
          </a:prstGeom>
          <a:noFill/>
          <a:ln w="0">
            <a:noFill/>
            <a:prstDash val="solid"/>
          </a:ln>
        </p:spPr>
        <p:txBody>
          <a:bodyPr lIns="57150" tIns="38100" rIns="57150" bIns="38100" anchor="t">
            <a:normAutofit fontScale="92500" lnSpcReduction="10000"/>
          </a:bodyPr>
          <a:lstStyle/>
          <a:p>
            <a:pPr marL="342912" indent="-342900" algn="l">
              <a:lnSpc>
                <a:spcPct val="108000"/>
              </a:lnSpc>
              <a:spcAft>
                <a:spcPts val="7"/>
              </a:spcAft>
              <a:buFont typeface="Arial" panose="020B0604020202020204" pitchFamily="34" charset="0"/>
              <a:buChar char="•"/>
              <a:defRPr sz="2025" b="0">
                <a:solidFill>
                  <a:srgbClr val="061E4A"/>
                </a:solidFill>
                <a:latin typeface="Aptos"/>
                <a:ea typeface="Aptos"/>
                <a:cs typeface="Aptos"/>
              </a:defRPr>
            </a:pPr>
            <a:r>
              <a:rPr lang="vi-VN" sz="2025" b="1" dirty="0">
                <a:solidFill>
                  <a:srgbClr val="061E4A"/>
                </a:solidFill>
                <a:latin typeface="Aptos"/>
                <a:ea typeface="Aptos"/>
                <a:cs typeface="Aptos"/>
              </a:rPr>
              <a:t>VIẾT 1 CÂU ĐỊNH VỊ.</a:t>
            </a:r>
            <a:endParaRPr lang="en-US" sz="2025" b="1" dirty="0">
              <a:solidFill>
                <a:srgbClr val="061E4A"/>
              </a:solidFill>
              <a:latin typeface="Aptos"/>
              <a:ea typeface="Aptos"/>
              <a:cs typeface="Aptos"/>
            </a:endParaRPr>
          </a:p>
          <a:p>
            <a:pPr marL="342912" indent="-342900" algn="l">
              <a:lnSpc>
                <a:spcPct val="108000"/>
              </a:lnSpc>
              <a:spcAft>
                <a:spcPts val="7"/>
              </a:spcAft>
              <a:buFont typeface="Arial" panose="020B0604020202020204" pitchFamily="34" charset="0"/>
              <a:buChar char="•"/>
              <a:defRPr sz="2025" b="0">
                <a:solidFill>
                  <a:srgbClr val="061E4A"/>
                </a:solidFill>
                <a:latin typeface="Aptos"/>
                <a:ea typeface="Aptos"/>
                <a:cs typeface="Aptos"/>
              </a:defRPr>
            </a:pPr>
            <a:endParaRPr lang="vi-VN" sz="2025" b="1" dirty="0">
              <a:solidFill>
                <a:srgbClr val="061E4A"/>
              </a:solidFill>
              <a:latin typeface="Aptos"/>
              <a:ea typeface="Aptos"/>
              <a:cs typeface="Aptos"/>
            </a:endParaRPr>
          </a:p>
          <a:p>
            <a:pPr marL="342912" indent="-342900" algn="l">
              <a:lnSpc>
                <a:spcPct val="108000"/>
              </a:lnSpc>
              <a:spcAft>
                <a:spcPts val="7"/>
              </a:spcAft>
              <a:buFont typeface="Arial" panose="020B0604020202020204" pitchFamily="34" charset="0"/>
              <a:buChar char="•"/>
              <a:defRPr sz="2025" b="0">
                <a:solidFill>
                  <a:srgbClr val="061E4A"/>
                </a:solidFill>
                <a:latin typeface="Aptos"/>
                <a:ea typeface="Aptos"/>
                <a:cs typeface="Aptos"/>
              </a:defRPr>
            </a:pPr>
            <a:r>
              <a:rPr lang="vi-VN" sz="2025" b="1" dirty="0">
                <a:solidFill>
                  <a:srgbClr val="061E4A"/>
                </a:solidFill>
                <a:latin typeface="Aptos"/>
                <a:ea typeface="Aptos"/>
                <a:cs typeface="Aptos"/>
              </a:rPr>
              <a:t>CHỌN 3 TRỤ CỘT NỘI DUNG.</a:t>
            </a:r>
            <a:endParaRPr lang="en-US" sz="2025" b="1" dirty="0">
              <a:solidFill>
                <a:srgbClr val="061E4A"/>
              </a:solidFill>
              <a:latin typeface="Aptos"/>
              <a:ea typeface="Aptos"/>
              <a:cs typeface="Aptos"/>
            </a:endParaRPr>
          </a:p>
          <a:p>
            <a:pPr marL="342912" indent="-342900" algn="l">
              <a:lnSpc>
                <a:spcPct val="108000"/>
              </a:lnSpc>
              <a:spcAft>
                <a:spcPts val="7"/>
              </a:spcAft>
              <a:buFont typeface="Arial" panose="020B0604020202020204" pitchFamily="34" charset="0"/>
              <a:buChar char="•"/>
              <a:defRPr sz="2025" b="0">
                <a:solidFill>
                  <a:srgbClr val="061E4A"/>
                </a:solidFill>
                <a:latin typeface="Aptos"/>
                <a:ea typeface="Aptos"/>
                <a:cs typeface="Aptos"/>
              </a:defRPr>
            </a:pPr>
            <a:endParaRPr lang="vi-VN" sz="2025" b="1" dirty="0">
              <a:solidFill>
                <a:srgbClr val="061E4A"/>
              </a:solidFill>
              <a:latin typeface="Aptos"/>
              <a:ea typeface="Aptos"/>
              <a:cs typeface="Aptos"/>
            </a:endParaRPr>
          </a:p>
          <a:p>
            <a:pPr marL="342912" indent="-342900" algn="l">
              <a:lnSpc>
                <a:spcPct val="108000"/>
              </a:lnSpc>
              <a:spcAft>
                <a:spcPts val="7"/>
              </a:spcAft>
              <a:buFont typeface="Arial" panose="020B0604020202020204" pitchFamily="34" charset="0"/>
              <a:buChar char="•"/>
              <a:defRPr sz="2025" b="0">
                <a:solidFill>
                  <a:srgbClr val="061E4A"/>
                </a:solidFill>
                <a:latin typeface="Aptos"/>
                <a:ea typeface="Aptos"/>
                <a:cs typeface="Aptos"/>
              </a:defRPr>
            </a:pPr>
            <a:r>
              <a:rPr lang="vi-VN" sz="2025" b="1" dirty="0">
                <a:solidFill>
                  <a:srgbClr val="061E4A"/>
                </a:solidFill>
                <a:latin typeface="Aptos"/>
                <a:ea typeface="Aptos"/>
                <a:cs typeface="Aptos"/>
              </a:rPr>
              <a:t>TẠO 1 TÀI NGUYÊN MIỄN PHÍ.</a:t>
            </a:r>
            <a:endParaRPr lang="en-US" sz="2025" b="1" dirty="0">
              <a:solidFill>
                <a:srgbClr val="061E4A"/>
              </a:solidFill>
              <a:latin typeface="Aptos"/>
              <a:ea typeface="Aptos"/>
              <a:cs typeface="Aptos"/>
            </a:endParaRPr>
          </a:p>
          <a:p>
            <a:pPr marL="342912" indent="-342900" algn="l">
              <a:lnSpc>
                <a:spcPct val="108000"/>
              </a:lnSpc>
              <a:spcAft>
                <a:spcPts val="7"/>
              </a:spcAft>
              <a:buFont typeface="Arial" panose="020B0604020202020204" pitchFamily="34" charset="0"/>
              <a:buChar char="•"/>
              <a:defRPr sz="2025" b="0">
                <a:solidFill>
                  <a:srgbClr val="061E4A"/>
                </a:solidFill>
                <a:latin typeface="Aptos"/>
                <a:ea typeface="Aptos"/>
                <a:cs typeface="Aptos"/>
              </a:defRPr>
            </a:pPr>
            <a:endParaRPr lang="vi-VN" sz="2025" b="1" dirty="0">
              <a:solidFill>
                <a:srgbClr val="061E4A"/>
              </a:solidFill>
              <a:latin typeface="Aptos"/>
              <a:ea typeface="Aptos"/>
              <a:cs typeface="Aptos"/>
            </a:endParaRPr>
          </a:p>
          <a:p>
            <a:pPr marL="342912" indent="-342900" algn="l">
              <a:lnSpc>
                <a:spcPct val="108000"/>
              </a:lnSpc>
              <a:spcAft>
                <a:spcPts val="7"/>
              </a:spcAft>
              <a:buFont typeface="Arial" panose="020B0604020202020204" pitchFamily="34" charset="0"/>
              <a:buChar char="•"/>
              <a:defRPr sz="2025" b="0">
                <a:solidFill>
                  <a:srgbClr val="061E4A"/>
                </a:solidFill>
                <a:latin typeface="Aptos"/>
                <a:ea typeface="Aptos"/>
                <a:cs typeface="Aptos"/>
              </a:defRPr>
            </a:pPr>
            <a:r>
              <a:rPr lang="vi-VN" sz="2025" b="1" dirty="0">
                <a:solidFill>
                  <a:srgbClr val="061E4A"/>
                </a:solidFill>
                <a:latin typeface="Aptos"/>
                <a:ea typeface="Aptos"/>
                <a:cs typeface="Aptos"/>
              </a:rPr>
              <a:t>VIẾT 1 CTA NHẸ.</a:t>
            </a:r>
            <a:endParaRPr lang="en-US" sz="2025" b="1" dirty="0">
              <a:solidFill>
                <a:srgbClr val="061E4A"/>
              </a:solidFill>
              <a:latin typeface="Aptos"/>
              <a:ea typeface="Aptos"/>
              <a:cs typeface="Aptos"/>
            </a:endParaRPr>
          </a:p>
          <a:p>
            <a:pPr marL="342912" indent="-342900" algn="l">
              <a:lnSpc>
                <a:spcPct val="108000"/>
              </a:lnSpc>
              <a:spcAft>
                <a:spcPts val="7"/>
              </a:spcAft>
              <a:buFont typeface="Arial" panose="020B0604020202020204" pitchFamily="34" charset="0"/>
              <a:buChar char="•"/>
              <a:defRPr sz="2025" b="0">
                <a:solidFill>
                  <a:srgbClr val="061E4A"/>
                </a:solidFill>
                <a:latin typeface="Aptos"/>
                <a:ea typeface="Aptos"/>
                <a:cs typeface="Aptos"/>
              </a:defRPr>
            </a:pPr>
            <a:endParaRPr lang="vi-VN" sz="2025" b="1" dirty="0">
              <a:solidFill>
                <a:srgbClr val="061E4A"/>
              </a:solidFill>
              <a:latin typeface="Aptos"/>
              <a:ea typeface="Aptos"/>
              <a:cs typeface="Aptos"/>
            </a:endParaRPr>
          </a:p>
          <a:p>
            <a:pPr marL="342912" indent="-342900" algn="l">
              <a:lnSpc>
                <a:spcPct val="108000"/>
              </a:lnSpc>
              <a:spcAft>
                <a:spcPts val="7"/>
              </a:spcAft>
              <a:buFont typeface="Arial" panose="020B0604020202020204" pitchFamily="34" charset="0"/>
              <a:buChar char="•"/>
              <a:defRPr sz="2025" b="0">
                <a:solidFill>
                  <a:srgbClr val="061E4A"/>
                </a:solidFill>
                <a:latin typeface="Aptos"/>
                <a:ea typeface="Aptos"/>
                <a:cs typeface="Aptos"/>
              </a:defRPr>
            </a:pPr>
            <a:r>
              <a:rPr lang="vi-VN" sz="2025" b="1" dirty="0">
                <a:solidFill>
                  <a:srgbClr val="061E4A"/>
                </a:solidFill>
                <a:latin typeface="Aptos"/>
                <a:ea typeface="Aptos"/>
                <a:cs typeface="Aptos"/>
              </a:rPr>
              <a:t>VẼ HÀNH TRÌNH TỪ BÀI ĐĂNG → BƯỚC TIẾP THEO.</a:t>
            </a:r>
          </a:p>
        </p:txBody>
      </p:sp>
      <p:sp>
        <p:nvSpPr>
          <p:cNvPr id="7" name="icon-badge-clipboard-pen-line">
            <a:extLst>
              <a:ext uri="{FF2B5EF4-FFF2-40B4-BE49-F238E27FC236}">
                <a16:creationId xmlns:a16="http://schemas.microsoft.com/office/drawing/2014/main" id="{2087E0B6-2F57-4EEF-BDBE-2503373668CB}"/>
              </a:ext>
            </a:extLst>
          </p:cNvPr>
          <p:cNvSpPr>
            <a:spLocks noGrp="1"/>
          </p:cNvSpPr>
          <p:nvPr/>
        </p:nvSpPr>
        <p:spPr>
          <a:xfrm>
            <a:off x="10648950" y="523875"/>
            <a:ext cx="723900" cy="72390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8" name="Graphic 17"/>
          <p:cNvPicPr>
            <a:picLocks noChangeAspect="1"/>
          </p:cNvPicPr>
          <p:nvPr/>
        </p:nvPicPr>
        <p:blipFill>
          <a:blip>
            <a:extLst>
              <a:ext uri="{96DAC541-7B7A-43D3-8B79-37D633B846F1}">
                <asvg:svgBlip xmlns:asvg="http://schemas.microsoft.com/office/drawing/2016/SVG/main" r:embed="rId4"/>
              </a:ext>
            </a:extLst>
          </a:blip>
          <a:stretch/>
        </p:blipFill>
        <p:spPr>
          <a:xfrm>
            <a:off x="10815447" y="690372"/>
            <a:ext cx="390906" cy="390906"/>
          </a:xfrm>
          <a:prstGeom prst="rect">
            <a:avLst/>
          </a:prstGeom>
        </p:spPr>
      </p:pic>
      <p:sp>
        <p:nvSpPr>
          <p:cNvPr id="9" name="footer">
            <a:extLst>
              <a:ext uri="{FF2B5EF4-FFF2-40B4-BE49-F238E27FC236}">
                <a16:creationId xmlns:a16="http://schemas.microsoft.com/office/drawing/2014/main" id="{B031C010-980E-4AEB-AD2A-405D6A89E9DC}"/>
              </a:ext>
            </a:extLst>
          </p:cNvPr>
          <p:cNvSpPr>
            <a:spLocks noGrp="1"/>
          </p:cNvSpPr>
          <p:nvPr/>
        </p:nvSpPr>
        <p:spPr>
          <a:xfrm>
            <a:off x="685800" y="6257925"/>
            <a:ext cx="8858250" cy="228600"/>
          </a:xfrm>
          <a:prstGeom prst="rect">
            <a:avLst/>
          </a:prstGeom>
          <a:noFill/>
          <a:ln w="0">
            <a:noFill/>
            <a:prstDash val="solid"/>
          </a:ln>
        </p:spPr>
        <p:txBody>
          <a:bodyPr lIns="57150" tIns="38100" rIns="57150" bIns="38100" anchor="ctr">
            <a:normAutofit fontScale="95683" lnSpcReduction="10000"/>
          </a:bodyPr>
          <a:lstStyle/>
          <a:p>
            <a:pPr marL="0" indent="0" algn="l">
              <a:lnSpc>
                <a:spcPct val="108000"/>
              </a:lnSpc>
              <a:spcAft>
                <a:spcPts val="4"/>
              </a:spcAft>
              <a:buNone/>
              <a:defRPr sz="1050" b="1">
                <a:solidFill>
                  <a:srgbClr val="C9D8F0"/>
                </a:solidFill>
                <a:latin typeface="Aptos"/>
                <a:ea typeface="Aptos"/>
                <a:cs typeface="Aptos"/>
              </a:defRPr>
            </a:pPr>
            <a:r>
              <a:rPr lang="en-US" sz="1050" dirty="0">
                <a:solidFill>
                  <a:srgbClr val="F4C76D"/>
                </a:solidFill>
                <a:latin typeface="Aptos"/>
                <a:ea typeface="Aptos"/>
                <a:cs typeface="Aptos"/>
              </a:rPr>
              <a:t>HÚT CỘNG ĐỒNG TỰ ĐỘNG</a:t>
            </a:r>
            <a:r>
              <a:rPr lang="en-US" sz="1050" dirty="0">
                <a:solidFill>
                  <a:srgbClr val="C9D8F0"/>
                </a:solidFill>
                <a:latin typeface="Aptos"/>
                <a:ea typeface="Aptos"/>
                <a:cs typeface="Aptos"/>
              </a:rPr>
              <a:t> • ĐÀO TẠO 3 BUỔI</a:t>
            </a:r>
          </a:p>
        </p:txBody>
      </p:sp>
      <p:sp>
        <p:nvSpPr>
          <p:cNvPr id="10" name="page-number">
            <a:extLst>
              <a:ext uri="{FF2B5EF4-FFF2-40B4-BE49-F238E27FC236}">
                <a16:creationId xmlns:a16="http://schemas.microsoft.com/office/drawing/2014/main" id="{446ABA36-B221-4D78-B1E8-C788B0BD901F}"/>
              </a:ext>
            </a:extLst>
          </p:cNvPr>
          <p:cNvSpPr>
            <a:spLocks noGrp="1"/>
          </p:cNvSpPr>
          <p:nvPr/>
        </p:nvSpPr>
        <p:spPr>
          <a:xfrm>
            <a:off x="10810875" y="6191250"/>
            <a:ext cx="723900" cy="304800"/>
          </a:xfrm>
          <a:prstGeom prst="rect">
            <a:avLst/>
          </a:prstGeom>
          <a:noFill/>
          <a:ln w="0">
            <a:noFill/>
            <a:prstDash val="solid"/>
          </a:ln>
        </p:spPr>
        <p:txBody>
          <a:bodyPr lIns="57150" tIns="38100" rIns="57150" bIns="38100" anchor="ctr">
            <a:normAutofit/>
          </a:bodyPr>
          <a:lstStyle/>
          <a:p>
            <a:pPr marL="0" indent="0" algn="r">
              <a:lnSpc>
                <a:spcPct val="108000"/>
              </a:lnSpc>
              <a:spcAft>
                <a:spcPts val="4"/>
              </a:spcAft>
              <a:buNone/>
              <a:defRPr sz="1200" b="1">
                <a:solidFill>
                  <a:srgbClr val="F4C76D"/>
                </a:solidFill>
                <a:latin typeface="Aptos"/>
                <a:ea typeface="Aptos"/>
                <a:cs typeface="Aptos"/>
              </a:defRPr>
            </a:pPr>
            <a:r>
              <a:rPr lang="en-US" sz="1200" dirty="0">
                <a:solidFill>
                  <a:srgbClr val="F4C76D"/>
                </a:solidFill>
                <a:latin typeface="Aptos"/>
                <a:ea typeface="Aptos"/>
                <a:cs typeface="Aptos"/>
              </a:rPr>
              <a:t>34</a:t>
            </a:r>
          </a:p>
        </p:txBody>
      </p:sp>
    </p:spTree>
    <p:extLst>
      <p:ext uri="{BB962C8B-B14F-4D97-AF65-F5344CB8AC3E}">
        <p14:creationId xmlns:p14="http://schemas.microsoft.com/office/powerpoint/2010/main" val="40457738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7" name="title-rule">
            <a:extLst>
              <a:ext uri="{FF2B5EF4-FFF2-40B4-BE49-F238E27FC236}">
                <a16:creationId xmlns:a16="http://schemas.microsoft.com/office/drawing/2014/main" id="{3CA3EC59-41C6-4311-991E-1674F79D023E}"/>
              </a:ext>
            </a:extLst>
          </p:cNvPr>
          <p:cNvSpPr>
            <a:spLocks noGrp="1"/>
          </p:cNvSpPr>
          <p:nvPr/>
        </p:nvSpPr>
        <p:spPr>
          <a:xfrm>
            <a:off x="685800" y="1304925"/>
            <a:ext cx="10001250" cy="0"/>
          </a:xfrm>
          <a:prstGeom prst="line">
            <a:avLst/>
          </a:prstGeom>
          <a:noFill/>
          <a:ln w="13335">
            <a:solidFill>
              <a:srgbClr val="D8B15C"/>
            </a:solidFill>
            <a:prstDash val="solid"/>
          </a:ln>
        </p:spPr>
        <p:txBody>
          <a:bodyPr/>
          <a:lstStyle/>
          <a:p>
            <a:endParaRPr lang="vi-VN"/>
          </a:p>
        </p:txBody>
      </p:sp>
      <p:sp>
        <p:nvSpPr>
          <p:cNvPr id="2" name="body-panel">
            <a:extLst>
              <a:ext uri="{FF2B5EF4-FFF2-40B4-BE49-F238E27FC236}">
                <a16:creationId xmlns:a16="http://schemas.microsoft.com/office/drawing/2014/main" id="{4B91C283-FCF6-41D5-96F1-4CD7F0AD0D5A}"/>
              </a:ext>
            </a:extLst>
          </p:cNvPr>
          <p:cNvSpPr>
            <a:spLocks noGrp="1"/>
          </p:cNvSpPr>
          <p:nvPr/>
        </p:nvSpPr>
        <p:spPr>
          <a:xfrm>
            <a:off x="685800" y="1619250"/>
            <a:ext cx="8058150" cy="3886200"/>
          </a:xfrm>
          <a:prstGeom prst="roundRect">
            <a:avLst>
              <a:gd name="adj" fmla="val 6373"/>
            </a:avLst>
          </a:prstGeom>
          <a:solidFill>
            <a:srgbClr val="F7F3E8">
              <a:alpha val="97000"/>
            </a:srgbClr>
          </a:solidFill>
          <a:ln w="13335">
            <a:solidFill>
              <a:srgbClr val="D8B15C"/>
            </a:solidFill>
            <a:prstDash val="solid"/>
          </a:ln>
        </p:spPr>
        <p:style>
          <a:lnRef idx="0">
            <a:scrgbClr r="0" g="0" b="0"/>
          </a:lnRef>
          <a:fillRef idx="0">
            <a:scrgbClr r="0" g="0" b="0"/>
          </a:fillRef>
          <a:effectRef idx="7">
            <a:scrgbClr r="0" g="0" b="0"/>
          </a:effectRef>
          <a:fontRef idx="major"/>
        </p:style>
        <p:txBody>
          <a:bodyPr/>
          <a:lstStyle/>
          <a:p>
            <a:endParaRPr lang="vi-VN"/>
          </a:p>
        </p:txBody>
      </p:sp>
      <p:sp>
        <p:nvSpPr>
          <p:cNvPr id="3" name="slide-title">
            <a:extLst>
              <a:ext uri="{FF2B5EF4-FFF2-40B4-BE49-F238E27FC236}">
                <a16:creationId xmlns:a16="http://schemas.microsoft.com/office/drawing/2014/main" id="{5F04A23D-0126-481E-AD12-C6BA208843CE}"/>
              </a:ext>
            </a:extLst>
          </p:cNvPr>
          <p:cNvSpPr>
            <a:spLocks noGrp="1"/>
          </p:cNvSpPr>
          <p:nvPr/>
        </p:nvSpPr>
        <p:spPr>
          <a:xfrm>
            <a:off x="685800" y="495300"/>
            <a:ext cx="10001250" cy="742950"/>
          </a:xfrm>
          <a:prstGeom prst="rect">
            <a:avLst/>
          </a:prstGeom>
          <a:noFill/>
          <a:ln w="0">
            <a:noFill/>
            <a:prstDash val="solid"/>
          </a:ln>
        </p:spPr>
        <p:txBody>
          <a:bodyPr lIns="57150" tIns="38100" rIns="57150" bIns="38100" anchor="ctr">
            <a:normAutofit/>
          </a:bodyPr>
          <a:lstStyle/>
          <a:p>
            <a:pPr marL="0" indent="0" algn="l">
              <a:lnSpc>
                <a:spcPct val="100000"/>
              </a:lnSpc>
              <a:spcAft>
                <a:spcPts val="4"/>
              </a:spcAft>
              <a:buNone/>
              <a:defRPr sz="3900" b="1">
                <a:solidFill>
                  <a:srgbClr val="FFFFFF"/>
                </a:solidFill>
                <a:latin typeface="Aptos Display"/>
                <a:ea typeface="Aptos Display"/>
                <a:cs typeface="Aptos Display"/>
              </a:defRPr>
            </a:pPr>
            <a:r>
              <a:rPr lang="vi-VN" sz="3900" b="1" dirty="0">
                <a:solidFill>
                  <a:srgbClr val="FFFFFF"/>
                </a:solidFill>
                <a:latin typeface="Aptos Display"/>
                <a:ea typeface="Aptos Display"/>
                <a:cs typeface="Aptos Display"/>
              </a:rPr>
              <a:t>BẠN SẼ NHẬN ĐƯỢC</a:t>
            </a:r>
          </a:p>
        </p:txBody>
      </p:sp>
      <p:sp>
        <p:nvSpPr>
          <p:cNvPr id="4" name="body-copy">
            <a:extLst>
              <a:ext uri="{FF2B5EF4-FFF2-40B4-BE49-F238E27FC236}">
                <a16:creationId xmlns:a16="http://schemas.microsoft.com/office/drawing/2014/main" id="{FEE1D8C0-D085-4583-9DEC-9A39695B3FB4}"/>
              </a:ext>
            </a:extLst>
          </p:cNvPr>
          <p:cNvSpPr>
            <a:spLocks noGrp="1"/>
          </p:cNvSpPr>
          <p:nvPr/>
        </p:nvSpPr>
        <p:spPr>
          <a:xfrm>
            <a:off x="1028700" y="1716958"/>
            <a:ext cx="7372350" cy="3521792"/>
          </a:xfrm>
          <a:prstGeom prst="rect">
            <a:avLst/>
          </a:prstGeom>
          <a:noFill/>
          <a:ln w="0">
            <a:noFill/>
            <a:prstDash val="solid"/>
          </a:ln>
        </p:spPr>
        <p:txBody>
          <a:bodyPr lIns="57150" tIns="38100" rIns="57150" bIns="38100" anchor="t">
            <a:normAutofit fontScale="92500" lnSpcReduction="10000"/>
          </a:bodyPr>
          <a:lstStyle/>
          <a:p>
            <a:pPr marL="24" indent="-12" algn="l">
              <a:lnSpc>
                <a:spcPct val="110000"/>
              </a:lnSpc>
              <a:spcAft>
                <a:spcPts val="7"/>
              </a:spcAft>
              <a:buNone/>
              <a:defRPr sz="1725" b="0">
                <a:solidFill>
                  <a:srgbClr val="061E4A"/>
                </a:solidFill>
                <a:latin typeface="Aptos"/>
                <a:ea typeface="Aptos"/>
                <a:cs typeface="Aptos"/>
              </a:defRPr>
            </a:pPr>
            <a:r>
              <a:rPr lang="vi-VN" sz="1725" b="1" dirty="0">
                <a:solidFill>
                  <a:srgbClr val="061E4A"/>
                </a:solidFill>
                <a:latin typeface="Aptos"/>
                <a:ea typeface="Aptos"/>
                <a:cs typeface="Aptos"/>
              </a:rPr>
              <a:t>QUY TRÌNH XÂY KÊNH THƯƠNG HIỆU CHUYÊN GIA CẤP TỐC HÚT CỘNG ĐỒNG </a:t>
            </a:r>
            <a:r>
              <a:rPr lang="vi-VN" sz="1725" b="1" dirty="0">
                <a:solidFill>
                  <a:schemeClr val="accent2"/>
                </a:solidFill>
                <a:latin typeface="Aptos"/>
                <a:ea typeface="Aptos"/>
                <a:cs typeface="Aptos"/>
              </a:rPr>
              <a:t>(TRỊ GIÁ 9.900.000 VNĐ)</a:t>
            </a:r>
            <a:endParaRPr lang="en-US" sz="1725" b="1" dirty="0">
              <a:solidFill>
                <a:schemeClr val="accent2"/>
              </a:solidFill>
              <a:latin typeface="Aptos"/>
              <a:ea typeface="Aptos"/>
              <a:cs typeface="Aptos"/>
            </a:endParaRPr>
          </a:p>
          <a:p>
            <a:pPr marL="24" indent="-12" algn="l">
              <a:lnSpc>
                <a:spcPct val="110000"/>
              </a:lnSpc>
              <a:spcAft>
                <a:spcPts val="7"/>
              </a:spcAft>
              <a:buNone/>
              <a:defRPr sz="1725" b="0">
                <a:solidFill>
                  <a:srgbClr val="061E4A"/>
                </a:solidFill>
                <a:latin typeface="Aptos"/>
                <a:ea typeface="Aptos"/>
                <a:cs typeface="Aptos"/>
              </a:defRPr>
            </a:pPr>
            <a:endParaRPr lang="vi-VN" sz="1725" b="1" dirty="0">
              <a:solidFill>
                <a:srgbClr val="061E4A"/>
              </a:solidFill>
              <a:latin typeface="Aptos"/>
              <a:ea typeface="Aptos"/>
              <a:cs typeface="Aptos"/>
            </a:endParaRPr>
          </a:p>
          <a:p>
            <a:pPr marL="285762" indent="-285750" algn="l">
              <a:lnSpc>
                <a:spcPct val="110000"/>
              </a:lnSpc>
              <a:spcAft>
                <a:spcPts val="7"/>
              </a:spcAft>
              <a:buFont typeface="Arial" panose="020B0604020202020204" pitchFamily="34" charset="0"/>
              <a:buChar char="•"/>
              <a:defRPr sz="1725" b="0">
                <a:solidFill>
                  <a:srgbClr val="061E4A"/>
                </a:solidFill>
                <a:latin typeface="Aptos"/>
                <a:ea typeface="Aptos"/>
                <a:cs typeface="Aptos"/>
              </a:defRPr>
            </a:pPr>
            <a:r>
              <a:rPr lang="vi-VN" sz="1725" b="1" dirty="0">
                <a:solidFill>
                  <a:srgbClr val="061E4A"/>
                </a:solidFill>
                <a:latin typeface="Aptos"/>
                <a:ea typeface="Aptos"/>
                <a:cs typeface="Aptos"/>
              </a:rPr>
              <a:t>KHÁM KÊNH HIỆN TẠI</a:t>
            </a:r>
            <a:endParaRPr lang="en-US" sz="1725" b="1" dirty="0">
              <a:solidFill>
                <a:srgbClr val="061E4A"/>
              </a:solidFill>
              <a:latin typeface="Aptos"/>
              <a:ea typeface="Aptos"/>
              <a:cs typeface="Aptos"/>
            </a:endParaRPr>
          </a:p>
          <a:p>
            <a:pPr marL="285762" indent="-285750" algn="l">
              <a:lnSpc>
                <a:spcPct val="110000"/>
              </a:lnSpc>
              <a:spcAft>
                <a:spcPts val="7"/>
              </a:spcAft>
              <a:buFont typeface="Arial" panose="020B0604020202020204" pitchFamily="34" charset="0"/>
              <a:buChar char="•"/>
              <a:defRPr sz="1725" b="0">
                <a:solidFill>
                  <a:srgbClr val="061E4A"/>
                </a:solidFill>
                <a:latin typeface="Aptos"/>
                <a:ea typeface="Aptos"/>
                <a:cs typeface="Aptos"/>
              </a:defRPr>
            </a:pPr>
            <a:endParaRPr lang="vi-VN" sz="1725" b="1" dirty="0">
              <a:solidFill>
                <a:srgbClr val="061E4A"/>
              </a:solidFill>
              <a:latin typeface="Aptos"/>
              <a:ea typeface="Aptos"/>
              <a:cs typeface="Aptos"/>
            </a:endParaRPr>
          </a:p>
          <a:p>
            <a:pPr marL="285762" indent="-285750" algn="l">
              <a:lnSpc>
                <a:spcPct val="110000"/>
              </a:lnSpc>
              <a:spcAft>
                <a:spcPts val="7"/>
              </a:spcAft>
              <a:buFont typeface="Arial" panose="020B0604020202020204" pitchFamily="34" charset="0"/>
              <a:buChar char="•"/>
              <a:defRPr sz="1725" b="0">
                <a:solidFill>
                  <a:srgbClr val="061E4A"/>
                </a:solidFill>
                <a:latin typeface="Aptos"/>
                <a:ea typeface="Aptos"/>
                <a:cs typeface="Aptos"/>
              </a:defRPr>
            </a:pPr>
            <a:r>
              <a:rPr lang="vi-VN" sz="1725" b="1" dirty="0">
                <a:solidFill>
                  <a:srgbClr val="061E4A"/>
                </a:solidFill>
                <a:latin typeface="Aptos"/>
                <a:ea typeface="Aptos"/>
                <a:cs typeface="Aptos"/>
              </a:rPr>
              <a:t>BỘ HƯỚNG DẪN XÂY KÊNH CHI TIẾT TỪ KHI BẮT ĐẦU</a:t>
            </a:r>
            <a:endParaRPr lang="en-US" sz="1725" b="1" dirty="0">
              <a:solidFill>
                <a:srgbClr val="061E4A"/>
              </a:solidFill>
              <a:latin typeface="Aptos"/>
              <a:ea typeface="Aptos"/>
              <a:cs typeface="Aptos"/>
            </a:endParaRPr>
          </a:p>
          <a:p>
            <a:pPr marL="285762" indent="-285750" algn="l">
              <a:lnSpc>
                <a:spcPct val="110000"/>
              </a:lnSpc>
              <a:spcAft>
                <a:spcPts val="7"/>
              </a:spcAft>
              <a:buFont typeface="Arial" panose="020B0604020202020204" pitchFamily="34" charset="0"/>
              <a:buChar char="•"/>
              <a:defRPr sz="1725" b="0">
                <a:solidFill>
                  <a:srgbClr val="061E4A"/>
                </a:solidFill>
                <a:latin typeface="Aptos"/>
                <a:ea typeface="Aptos"/>
                <a:cs typeface="Aptos"/>
              </a:defRPr>
            </a:pPr>
            <a:endParaRPr lang="vi-VN" sz="1725" b="1" dirty="0">
              <a:solidFill>
                <a:srgbClr val="061E4A"/>
              </a:solidFill>
              <a:latin typeface="Aptos"/>
              <a:ea typeface="Aptos"/>
              <a:cs typeface="Aptos"/>
            </a:endParaRPr>
          </a:p>
          <a:p>
            <a:pPr marL="285762" indent="-285750" algn="l">
              <a:lnSpc>
                <a:spcPct val="110000"/>
              </a:lnSpc>
              <a:spcAft>
                <a:spcPts val="7"/>
              </a:spcAft>
              <a:buFont typeface="Arial" panose="020B0604020202020204" pitchFamily="34" charset="0"/>
              <a:buChar char="•"/>
              <a:defRPr sz="1725" b="0">
                <a:solidFill>
                  <a:srgbClr val="061E4A"/>
                </a:solidFill>
                <a:latin typeface="Aptos"/>
                <a:ea typeface="Aptos"/>
                <a:cs typeface="Aptos"/>
              </a:defRPr>
            </a:pPr>
            <a:r>
              <a:rPr lang="vi-VN" sz="1725" b="1" dirty="0">
                <a:solidFill>
                  <a:srgbClr val="061E4A"/>
                </a:solidFill>
                <a:latin typeface="Aptos"/>
                <a:ea typeface="Aptos"/>
                <a:cs typeface="Aptos"/>
              </a:rPr>
              <a:t>BỘ CÂU HỎI ĐÀO SÂU CHÂN DUNG KHÁCH HÀNG</a:t>
            </a:r>
            <a:endParaRPr lang="en-US" sz="1725" b="1" dirty="0">
              <a:solidFill>
                <a:srgbClr val="061E4A"/>
              </a:solidFill>
              <a:latin typeface="Aptos"/>
              <a:ea typeface="Aptos"/>
              <a:cs typeface="Aptos"/>
            </a:endParaRPr>
          </a:p>
          <a:p>
            <a:pPr marL="285762" indent="-285750" algn="l">
              <a:lnSpc>
                <a:spcPct val="110000"/>
              </a:lnSpc>
              <a:spcAft>
                <a:spcPts val="7"/>
              </a:spcAft>
              <a:buFont typeface="Arial" panose="020B0604020202020204" pitchFamily="34" charset="0"/>
              <a:buChar char="•"/>
              <a:defRPr sz="1725" b="0">
                <a:solidFill>
                  <a:srgbClr val="061E4A"/>
                </a:solidFill>
                <a:latin typeface="Aptos"/>
                <a:ea typeface="Aptos"/>
                <a:cs typeface="Aptos"/>
              </a:defRPr>
            </a:pPr>
            <a:endParaRPr lang="vi-VN" sz="1725" b="1" dirty="0">
              <a:solidFill>
                <a:srgbClr val="061E4A"/>
              </a:solidFill>
              <a:latin typeface="Aptos"/>
              <a:ea typeface="Aptos"/>
              <a:cs typeface="Aptos"/>
            </a:endParaRPr>
          </a:p>
          <a:p>
            <a:pPr marL="285762" indent="-285750" algn="l">
              <a:lnSpc>
                <a:spcPct val="110000"/>
              </a:lnSpc>
              <a:spcAft>
                <a:spcPts val="7"/>
              </a:spcAft>
              <a:buFont typeface="Arial" panose="020B0604020202020204" pitchFamily="34" charset="0"/>
              <a:buChar char="•"/>
              <a:defRPr sz="1725" b="0">
                <a:solidFill>
                  <a:srgbClr val="061E4A"/>
                </a:solidFill>
                <a:latin typeface="Aptos"/>
                <a:ea typeface="Aptos"/>
                <a:cs typeface="Aptos"/>
              </a:defRPr>
            </a:pPr>
            <a:r>
              <a:rPr lang="vi-VN" sz="1725" b="1" dirty="0">
                <a:solidFill>
                  <a:srgbClr val="061E4A"/>
                </a:solidFill>
                <a:latin typeface="Aptos"/>
                <a:ea typeface="Aptos"/>
                <a:cs typeface="Aptos"/>
              </a:rPr>
              <a:t>BỘ MẪU HƯỚNG DẪN SẢN XUẤT NỘI DUNG HÀNG LOẠT, CHỈ VIỆC COPY DÁN – KHÔNG GIỚI HẠN, ĐÚNG THUẬT TOÁN</a:t>
            </a:r>
            <a:endParaRPr lang="en-US" sz="1725" b="1" dirty="0">
              <a:solidFill>
                <a:srgbClr val="061E4A"/>
              </a:solidFill>
              <a:latin typeface="Aptos"/>
              <a:ea typeface="Aptos"/>
              <a:cs typeface="Aptos"/>
            </a:endParaRPr>
          </a:p>
          <a:p>
            <a:pPr marL="12" algn="l">
              <a:lnSpc>
                <a:spcPct val="110000"/>
              </a:lnSpc>
              <a:spcAft>
                <a:spcPts val="7"/>
              </a:spcAft>
              <a:defRPr sz="1725" b="0">
                <a:solidFill>
                  <a:srgbClr val="061E4A"/>
                </a:solidFill>
                <a:latin typeface="Aptos"/>
                <a:ea typeface="Aptos"/>
                <a:cs typeface="Aptos"/>
              </a:defRPr>
            </a:pPr>
            <a:endParaRPr lang="en-US" sz="1725" b="1" dirty="0">
              <a:solidFill>
                <a:srgbClr val="061E4A"/>
              </a:solidFill>
              <a:latin typeface="Aptos"/>
              <a:ea typeface="Aptos"/>
              <a:cs typeface="Aptos"/>
            </a:endParaRPr>
          </a:p>
          <a:p>
            <a:pPr marL="12">
              <a:lnSpc>
                <a:spcPct val="110000"/>
              </a:lnSpc>
              <a:spcAft>
                <a:spcPts val="7"/>
              </a:spcAft>
              <a:defRPr sz="1725" b="0">
                <a:solidFill>
                  <a:srgbClr val="061E4A"/>
                </a:solidFill>
                <a:latin typeface="Aptos"/>
                <a:ea typeface="Aptos"/>
                <a:cs typeface="Aptos"/>
              </a:defRPr>
            </a:pPr>
            <a:r>
              <a:rPr lang="en-US" b="1" dirty="0">
                <a:solidFill>
                  <a:schemeClr val="accent6">
                    <a:lumMod val="75000"/>
                  </a:schemeClr>
                </a:solidFill>
                <a:latin typeface="Aptos"/>
                <a:ea typeface="Aptos"/>
                <a:cs typeface="Aptos"/>
              </a:rPr>
              <a:t>-&gt; </a:t>
            </a:r>
            <a:r>
              <a:rPr lang="vi-VN" b="1" dirty="0">
                <a:solidFill>
                  <a:schemeClr val="accent6">
                    <a:lumMod val="75000"/>
                  </a:schemeClr>
                </a:solidFill>
                <a:latin typeface="Aptos"/>
                <a:ea typeface="Aptos"/>
                <a:cs typeface="Aptos"/>
              </a:rPr>
              <a:t>KHÔNG CÒN ÁP LỰC LÀM NỘI DUNG, TIẾT KIỆM THỜI GIAN VÀ GIA TĂNG TỐC ĐỘ </a:t>
            </a:r>
            <a:r>
              <a:rPr lang="en-US" b="1" dirty="0">
                <a:solidFill>
                  <a:schemeClr val="accent6">
                    <a:lumMod val="75000"/>
                  </a:schemeClr>
                </a:solidFill>
                <a:latin typeface="Aptos"/>
                <a:ea typeface="Aptos"/>
                <a:cs typeface="Aptos"/>
              </a:rPr>
              <a:t>“</a:t>
            </a:r>
            <a:r>
              <a:rPr lang="vi-VN" b="1" dirty="0">
                <a:solidFill>
                  <a:schemeClr val="accent6">
                    <a:lumMod val="75000"/>
                  </a:schemeClr>
                </a:solidFill>
                <a:latin typeface="Aptos"/>
                <a:ea typeface="Aptos"/>
                <a:cs typeface="Aptos"/>
              </a:rPr>
              <a:t>HÚT</a:t>
            </a:r>
            <a:r>
              <a:rPr lang="en-US" b="1" dirty="0">
                <a:solidFill>
                  <a:schemeClr val="accent6">
                    <a:lumMod val="75000"/>
                  </a:schemeClr>
                </a:solidFill>
                <a:latin typeface="Aptos"/>
                <a:ea typeface="Aptos"/>
                <a:cs typeface="Aptos"/>
              </a:rPr>
              <a:t>”</a:t>
            </a:r>
            <a:endParaRPr lang="vi-VN" b="1" dirty="0">
              <a:solidFill>
                <a:schemeClr val="accent6">
                  <a:lumMod val="75000"/>
                </a:schemeClr>
              </a:solidFill>
              <a:latin typeface="Aptos"/>
              <a:ea typeface="Aptos"/>
              <a:cs typeface="Aptos"/>
            </a:endParaRPr>
          </a:p>
          <a:p>
            <a:pPr marL="285762" indent="-285750" algn="l">
              <a:lnSpc>
                <a:spcPct val="110000"/>
              </a:lnSpc>
              <a:spcAft>
                <a:spcPts val="7"/>
              </a:spcAft>
              <a:buFont typeface="Arial" panose="020B0604020202020204" pitchFamily="34" charset="0"/>
              <a:buChar char="•"/>
              <a:defRPr sz="1725" b="0">
                <a:solidFill>
                  <a:srgbClr val="061E4A"/>
                </a:solidFill>
                <a:latin typeface="Aptos"/>
                <a:ea typeface="Aptos"/>
                <a:cs typeface="Aptos"/>
              </a:defRPr>
            </a:pPr>
            <a:endParaRPr lang="vi-VN" sz="1725" b="1" dirty="0">
              <a:solidFill>
                <a:srgbClr val="061E4A"/>
              </a:solidFill>
              <a:latin typeface="Aptos"/>
              <a:ea typeface="Aptos"/>
              <a:cs typeface="Aptos"/>
            </a:endParaRPr>
          </a:p>
        </p:txBody>
      </p:sp>
      <p:sp>
        <p:nvSpPr>
          <p:cNvPr id="5" name="icon-badge-list-checks">
            <a:extLst>
              <a:ext uri="{FF2B5EF4-FFF2-40B4-BE49-F238E27FC236}">
                <a16:creationId xmlns:a16="http://schemas.microsoft.com/office/drawing/2014/main" id="{480BA89E-5526-45AF-9335-AE9BDDDB327E}"/>
              </a:ext>
            </a:extLst>
          </p:cNvPr>
          <p:cNvSpPr>
            <a:spLocks noGrp="1"/>
          </p:cNvSpPr>
          <p:nvPr/>
        </p:nvSpPr>
        <p:spPr>
          <a:xfrm>
            <a:off x="9620250" y="2343150"/>
            <a:ext cx="1428750" cy="1428750"/>
          </a:xfrm>
          <a:prstGeom prst="ellipse">
            <a:avLst/>
          </a:prstGeom>
          <a:solidFill>
            <a:srgbClr val="06245B">
              <a:alpha val="92000"/>
            </a:srgbClr>
          </a:solidFill>
          <a:ln w="15240">
            <a:solidFill>
              <a:srgbClr val="D8B15C"/>
            </a:solidFill>
            <a:prstDash val="solid"/>
          </a:ln>
        </p:spPr>
        <p:style>
          <a:lnRef idx="0">
            <a:scrgbClr r="0" g="0" b="0"/>
          </a:lnRef>
          <a:fillRef idx="0">
            <a:scrgbClr r="0" g="0" b="0"/>
          </a:fillRef>
          <a:effectRef idx="8">
            <a:scrgbClr r="0" g="0" b="0"/>
          </a:effectRef>
          <a:fontRef idx="major"/>
        </p:style>
        <p:txBody>
          <a:bodyPr/>
          <a:lstStyle/>
          <a:p>
            <a:endParaRPr lang="vi-VN"/>
          </a:p>
        </p:txBody>
      </p:sp>
      <p:pic>
        <p:nvPicPr>
          <p:cNvPr id="12" name="Graphic 11"/>
          <p:cNvPicPr>
            <a:picLocks noChangeAspect="1"/>
          </p:cNvPicPr>
          <p:nvPr/>
        </p:nvPicPr>
        <p:blipFill>
          <a:blip>
            <a:extLst>
              <a:ext uri="{96DAC541-7B7A-43D3-8B79-37D633B846F1}">
                <asvg:svgBlip xmlns:asvg="http://schemas.microsoft.com/office/drawing/2016/SVG/main" r:embed="rId4"/>
              </a:ext>
            </a:extLst>
          </a:blip>
          <a:stretch/>
        </p:blipFill>
        <p:spPr>
          <a:xfrm>
            <a:off x="9948863" y="2671763"/>
            <a:ext cx="771525" cy="771525"/>
          </a:xfrm>
          <a:prstGeom prst="rect">
            <a:avLst/>
          </a:prstGeom>
        </p:spPr>
      </p:pic>
    </p:spTree>
    <p:extLst>
      <p:ext uri="{BB962C8B-B14F-4D97-AF65-F5344CB8AC3E}">
        <p14:creationId xmlns:p14="http://schemas.microsoft.com/office/powerpoint/2010/main" val="308101124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9" name="closing-panel">
            <a:extLst>
              <a:ext uri="{FF2B5EF4-FFF2-40B4-BE49-F238E27FC236}">
                <a16:creationId xmlns:a16="http://schemas.microsoft.com/office/drawing/2014/main" id="{F0DE56CC-A9F9-4791-91AF-BF2D4198CFD0}"/>
              </a:ext>
            </a:extLst>
          </p:cNvPr>
          <p:cNvSpPr>
            <a:spLocks noGrp="1"/>
          </p:cNvSpPr>
          <p:nvPr/>
        </p:nvSpPr>
        <p:spPr>
          <a:xfrm>
            <a:off x="462115" y="371476"/>
            <a:ext cx="8937524" cy="5016601"/>
          </a:xfrm>
          <a:prstGeom prst="rect">
            <a:avLst/>
          </a:prstGeom>
          <a:solidFill>
            <a:schemeClr val="accent1">
              <a:lumMod val="75000"/>
              <a:alpha val="86000"/>
            </a:schemeClr>
          </a:solidFill>
          <a:ln w="0">
            <a:noFill/>
            <a:prstDash val="solid"/>
          </a:ln>
        </p:spPr>
        <p:txBody>
          <a:bodyPr/>
          <a:lstStyle/>
          <a:p>
            <a:endParaRPr lang="en-US" dirty="0"/>
          </a:p>
        </p:txBody>
      </p:sp>
      <p:sp>
        <p:nvSpPr>
          <p:cNvPr id="2" name="closing-eyebrow">
            <a:extLst>
              <a:ext uri="{FF2B5EF4-FFF2-40B4-BE49-F238E27FC236}">
                <a16:creationId xmlns:a16="http://schemas.microsoft.com/office/drawing/2014/main" id="{33F42865-7163-4817-9148-F6796005F558}"/>
              </a:ext>
            </a:extLst>
          </p:cNvPr>
          <p:cNvSpPr>
            <a:spLocks noGrp="1"/>
          </p:cNvSpPr>
          <p:nvPr/>
        </p:nvSpPr>
        <p:spPr>
          <a:xfrm>
            <a:off x="852948" y="664292"/>
            <a:ext cx="3429000" cy="304800"/>
          </a:xfrm>
          <a:prstGeom prst="rect">
            <a:avLst/>
          </a:prstGeom>
          <a:noFill/>
          <a:ln w="0">
            <a:noFill/>
            <a:prstDash val="solid"/>
          </a:ln>
        </p:spPr>
        <p:txBody>
          <a:bodyPr lIns="57150" tIns="38100" rIns="57150" bIns="38100" anchor="t">
            <a:normAutofit/>
          </a:bodyPr>
          <a:lstStyle/>
          <a:p>
            <a:pPr marL="0" indent="0" algn="l">
              <a:lnSpc>
                <a:spcPct val="108000"/>
              </a:lnSpc>
              <a:spcAft>
                <a:spcPts val="4"/>
              </a:spcAft>
              <a:buNone/>
              <a:defRPr sz="1275" b="1">
                <a:solidFill>
                  <a:srgbClr val="F4C76D"/>
                </a:solidFill>
                <a:latin typeface="Aptos"/>
                <a:ea typeface="Aptos"/>
                <a:cs typeface="Aptos"/>
              </a:defRPr>
            </a:pPr>
            <a:r>
              <a:rPr sz="1275" b="1" dirty="0">
                <a:solidFill>
                  <a:srgbClr val="F4C76D"/>
                </a:solidFill>
                <a:latin typeface="Aptos"/>
                <a:ea typeface="Aptos"/>
                <a:cs typeface="Aptos"/>
              </a:rPr>
              <a:t>ĐIỂM BẮT ĐẦU</a:t>
            </a:r>
          </a:p>
        </p:txBody>
      </p:sp>
      <p:sp>
        <p:nvSpPr>
          <p:cNvPr id="3" name="closing-message-1">
            <a:extLst>
              <a:ext uri="{FF2B5EF4-FFF2-40B4-BE49-F238E27FC236}">
                <a16:creationId xmlns:a16="http://schemas.microsoft.com/office/drawing/2014/main" id="{98E2F7C4-8307-4C39-A01E-868D223AE440}"/>
              </a:ext>
            </a:extLst>
          </p:cNvPr>
          <p:cNvSpPr>
            <a:spLocks noGrp="1"/>
          </p:cNvSpPr>
          <p:nvPr/>
        </p:nvSpPr>
        <p:spPr>
          <a:xfrm>
            <a:off x="852948" y="994594"/>
            <a:ext cx="5334000" cy="876300"/>
          </a:xfrm>
          <a:prstGeom prst="rect">
            <a:avLst/>
          </a:prstGeom>
          <a:noFill/>
          <a:ln w="0">
            <a:noFill/>
            <a:prstDash val="solid"/>
          </a:ln>
        </p:spPr>
        <p:txBody>
          <a:bodyPr lIns="57150" tIns="38100" rIns="57150" bIns="38100" anchor="ctr">
            <a:normAutofit fontScale="96651"/>
          </a:bodyPr>
          <a:lstStyle/>
          <a:p>
            <a:pPr marL="0" indent="0" algn="l">
              <a:lnSpc>
                <a:spcPct val="100000"/>
              </a:lnSpc>
              <a:spcAft>
                <a:spcPts val="4"/>
              </a:spcAft>
              <a:buNone/>
              <a:defRPr sz="3150" b="1">
                <a:solidFill>
                  <a:srgbClr val="FFFFFF"/>
                </a:solidFill>
                <a:latin typeface="Aptos Display"/>
                <a:ea typeface="Aptos Display"/>
                <a:cs typeface="Aptos Display"/>
              </a:defRPr>
            </a:pPr>
            <a:r>
              <a:rPr sz="3150" b="1" dirty="0">
                <a:solidFill>
                  <a:srgbClr val="F4C76D"/>
                </a:solidFill>
                <a:latin typeface="Aptos Display"/>
                <a:ea typeface="Aptos Display"/>
                <a:cs typeface="Aptos Display"/>
              </a:rPr>
              <a:t>ĐỪNG ĐI TÌM THÊM NGƯỜI</a:t>
            </a:r>
            <a:r>
              <a:rPr sz="3150" b="1" dirty="0">
                <a:solidFill>
                  <a:srgbClr val="FFFFFF"/>
                </a:solidFill>
                <a:latin typeface="Aptos Display"/>
                <a:ea typeface="Aptos Display"/>
                <a:cs typeface="Aptos Display"/>
              </a:rPr>
              <a:t>.</a:t>
            </a:r>
          </a:p>
        </p:txBody>
      </p:sp>
      <p:sp>
        <p:nvSpPr>
          <p:cNvPr id="4" name="closing-message-2">
            <a:extLst>
              <a:ext uri="{FF2B5EF4-FFF2-40B4-BE49-F238E27FC236}">
                <a16:creationId xmlns:a16="http://schemas.microsoft.com/office/drawing/2014/main" id="{BEB32BBC-203A-4C70-B85D-25B71B76C016}"/>
              </a:ext>
            </a:extLst>
          </p:cNvPr>
          <p:cNvSpPr>
            <a:spLocks noGrp="1"/>
          </p:cNvSpPr>
          <p:nvPr/>
        </p:nvSpPr>
        <p:spPr>
          <a:xfrm>
            <a:off x="852948" y="1865671"/>
            <a:ext cx="8546691" cy="1200150"/>
          </a:xfrm>
          <a:prstGeom prst="rect">
            <a:avLst/>
          </a:prstGeom>
          <a:noFill/>
          <a:ln w="0">
            <a:noFill/>
            <a:prstDash val="solid"/>
          </a:ln>
        </p:spPr>
        <p:txBody>
          <a:bodyPr lIns="57150" tIns="38100" rIns="57150" bIns="38100" anchor="ctr">
            <a:normAutofit/>
          </a:bodyPr>
          <a:lstStyle/>
          <a:p>
            <a:pPr marL="0" indent="0" algn="l">
              <a:lnSpc>
                <a:spcPct val="102000"/>
              </a:lnSpc>
              <a:spcAft>
                <a:spcPts val="4"/>
              </a:spcAft>
              <a:buNone/>
              <a:defRPr sz="3000" b="1">
                <a:solidFill>
                  <a:srgbClr val="F4C76D"/>
                </a:solidFill>
                <a:latin typeface="Aptos Display"/>
                <a:ea typeface="Aptos Display"/>
                <a:cs typeface="Aptos Display"/>
              </a:defRPr>
            </a:pPr>
            <a:r>
              <a:rPr sz="2700" b="1" dirty="0">
                <a:solidFill>
                  <a:srgbClr val="F4C76D"/>
                </a:solidFill>
                <a:latin typeface="Aptos Display"/>
                <a:ea typeface="Aptos Display"/>
                <a:cs typeface="Aptos Display"/>
              </a:rPr>
              <a:t>HÃY XÂY THỨ KHIẾN NGƯỜI PHÙ</a:t>
            </a:r>
            <a:r>
              <a:rPr lang="en-US" sz="2700" b="1" dirty="0">
                <a:solidFill>
                  <a:srgbClr val="F4C76D"/>
                </a:solidFill>
                <a:latin typeface="Aptos Display"/>
                <a:ea typeface="Aptos Display"/>
                <a:cs typeface="Aptos Display"/>
              </a:rPr>
              <a:t> </a:t>
            </a:r>
            <a:r>
              <a:rPr sz="2700" b="1" dirty="0">
                <a:solidFill>
                  <a:srgbClr val="F4C76D"/>
                </a:solidFill>
                <a:latin typeface="Aptos Display"/>
                <a:ea typeface="Aptos Display"/>
                <a:cs typeface="Aptos Display"/>
              </a:rPr>
              <a:t>HỢP MUỐN TÌM ĐẾN.</a:t>
            </a:r>
          </a:p>
        </p:txBody>
      </p:sp>
      <p:sp>
        <p:nvSpPr>
          <p:cNvPr id="5" name="closing-process">
            <a:extLst>
              <a:ext uri="{FF2B5EF4-FFF2-40B4-BE49-F238E27FC236}">
                <a16:creationId xmlns:a16="http://schemas.microsoft.com/office/drawing/2014/main" id="{9A78DDB5-AF98-4F1F-A3EF-261CC9037590}"/>
              </a:ext>
            </a:extLst>
          </p:cNvPr>
          <p:cNvSpPr>
            <a:spLocks noGrp="1"/>
          </p:cNvSpPr>
          <p:nvPr/>
        </p:nvSpPr>
        <p:spPr>
          <a:xfrm>
            <a:off x="769373" y="3067050"/>
            <a:ext cx="8713839" cy="914400"/>
          </a:xfrm>
          <a:prstGeom prst="rect">
            <a:avLst/>
          </a:prstGeom>
          <a:noFill/>
          <a:ln w="0">
            <a:noFill/>
            <a:prstDash val="solid"/>
          </a:ln>
        </p:spPr>
        <p:txBody>
          <a:bodyPr lIns="57150" tIns="38100" rIns="57150" bIns="38100" anchor="ctr">
            <a:normAutofit/>
          </a:bodyPr>
          <a:lstStyle/>
          <a:p>
            <a:pPr marL="0" indent="0" algn="l">
              <a:lnSpc>
                <a:spcPct val="105000"/>
              </a:lnSpc>
              <a:spcAft>
                <a:spcPts val="4"/>
              </a:spcAft>
              <a:buNone/>
              <a:defRPr sz="1650" b="1">
                <a:solidFill>
                  <a:srgbClr val="FFFFFF"/>
                </a:solidFill>
                <a:latin typeface="Aptos"/>
                <a:ea typeface="Aptos"/>
                <a:cs typeface="Aptos"/>
              </a:defRPr>
            </a:pPr>
            <a:r>
              <a:rPr lang="en-US" sz="2000" b="1" dirty="0">
                <a:solidFill>
                  <a:srgbClr val="FFFFFF"/>
                </a:solidFill>
                <a:latin typeface="Aptos"/>
                <a:ea typeface="Aptos"/>
                <a:cs typeface="Aptos"/>
              </a:rPr>
              <a:t>CHÂN DUNG → NỘI DUNG → KÊNH → PHỄU → TRẢI NGHIỆM → CỘNG ĐỒNG</a:t>
            </a:r>
          </a:p>
        </p:txBody>
      </p:sp>
      <p:sp>
        <p:nvSpPr>
          <p:cNvPr id="6" name="closing-name">
            <a:extLst>
              <a:ext uri="{FF2B5EF4-FFF2-40B4-BE49-F238E27FC236}">
                <a16:creationId xmlns:a16="http://schemas.microsoft.com/office/drawing/2014/main" id="{6E4DD7E8-0F18-42E6-978B-94C4983D11E0}"/>
              </a:ext>
            </a:extLst>
          </p:cNvPr>
          <p:cNvSpPr>
            <a:spLocks noGrp="1"/>
          </p:cNvSpPr>
          <p:nvPr/>
        </p:nvSpPr>
        <p:spPr>
          <a:xfrm>
            <a:off x="685800" y="4810125"/>
            <a:ext cx="3048000" cy="400050"/>
          </a:xfrm>
          <a:prstGeom prst="rect">
            <a:avLst/>
          </a:prstGeom>
          <a:noFill/>
          <a:ln w="0">
            <a:noFill/>
            <a:prstDash val="solid"/>
          </a:ln>
        </p:spPr>
        <p:txBody>
          <a:bodyPr lIns="57150" tIns="38100" rIns="57150" bIns="38100" anchor="t">
            <a:normAutofit/>
          </a:bodyPr>
          <a:lstStyle/>
          <a:p>
            <a:pPr marL="0" indent="0" algn="l">
              <a:lnSpc>
                <a:spcPct val="108000"/>
              </a:lnSpc>
              <a:spcAft>
                <a:spcPts val="4"/>
              </a:spcAft>
              <a:buNone/>
              <a:defRPr sz="1500" b="1">
                <a:solidFill>
                  <a:srgbClr val="C9D8F0"/>
                </a:solidFill>
                <a:latin typeface="Aptos"/>
                <a:ea typeface="Aptos"/>
                <a:cs typeface="Aptos"/>
              </a:defRPr>
            </a:pPr>
            <a:r>
              <a:rPr lang="en-US" sz="1500" b="1" dirty="0">
                <a:solidFill>
                  <a:srgbClr val="C9D8F0"/>
                </a:solidFill>
                <a:latin typeface="Aptos"/>
                <a:ea typeface="Aptos"/>
                <a:cs typeface="Aptos"/>
              </a:rPr>
              <a:t>   </a:t>
            </a:r>
            <a:r>
              <a:rPr sz="1500" b="1" dirty="0" err="1">
                <a:solidFill>
                  <a:srgbClr val="C9D8F0"/>
                </a:solidFill>
                <a:latin typeface="Aptos"/>
                <a:ea typeface="Aptos"/>
                <a:cs typeface="Aptos"/>
              </a:rPr>
              <a:t>Trần</a:t>
            </a:r>
            <a:r>
              <a:rPr sz="1500" b="1" dirty="0">
                <a:solidFill>
                  <a:srgbClr val="C9D8F0"/>
                </a:solidFill>
                <a:latin typeface="Aptos"/>
                <a:ea typeface="Aptos"/>
                <a:cs typeface="Aptos"/>
              </a:rPr>
              <a:t> Thị Thuý</a:t>
            </a:r>
          </a:p>
        </p:txBody>
      </p:sp>
      <p:sp>
        <p:nvSpPr>
          <p:cNvPr id="8" name="page-number">
            <a:extLst>
              <a:ext uri="{FF2B5EF4-FFF2-40B4-BE49-F238E27FC236}">
                <a16:creationId xmlns:a16="http://schemas.microsoft.com/office/drawing/2014/main" id="{7B6C8AE9-20C1-48CC-A26A-3CF28FB280C7}"/>
              </a:ext>
            </a:extLst>
          </p:cNvPr>
          <p:cNvSpPr>
            <a:spLocks noGrp="1"/>
          </p:cNvSpPr>
          <p:nvPr/>
        </p:nvSpPr>
        <p:spPr>
          <a:xfrm>
            <a:off x="10810875" y="6191250"/>
            <a:ext cx="723900" cy="304800"/>
          </a:xfrm>
          <a:prstGeom prst="rect">
            <a:avLst/>
          </a:prstGeom>
          <a:noFill/>
          <a:ln w="0">
            <a:noFill/>
            <a:prstDash val="solid"/>
          </a:ln>
        </p:spPr>
        <p:txBody>
          <a:bodyPr lIns="57150" tIns="38100" rIns="57150" bIns="38100" anchor="ctr">
            <a:normAutofit/>
          </a:bodyPr>
          <a:lstStyle/>
          <a:p>
            <a:pPr marL="0" indent="0" algn="r">
              <a:lnSpc>
                <a:spcPct val="108000"/>
              </a:lnSpc>
              <a:spcAft>
                <a:spcPts val="4"/>
              </a:spcAft>
              <a:buNone/>
              <a:defRPr sz="1200" b="1">
                <a:solidFill>
                  <a:srgbClr val="F4C76D"/>
                </a:solidFill>
                <a:latin typeface="Aptos"/>
                <a:ea typeface="Aptos"/>
                <a:cs typeface="Aptos"/>
              </a:defRPr>
            </a:pPr>
            <a:r>
              <a:rPr sz="1200" b="1">
                <a:solidFill>
                  <a:srgbClr val="F4C76D"/>
                </a:solidFill>
                <a:latin typeface="Aptos"/>
                <a:ea typeface="Aptos"/>
                <a:cs typeface="Aptos"/>
              </a:rPr>
              <a:t>54</a:t>
            </a:r>
          </a:p>
        </p:txBody>
      </p:sp>
    </p:spTree>
    <p:extLst>
      <p:ext uri="{BB962C8B-B14F-4D97-AF65-F5344CB8AC3E}">
        <p14:creationId xmlns:p14="http://schemas.microsoft.com/office/powerpoint/2010/main" val="14388920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TotalTime>
  <Words>8719</Words>
  <Application>Microsoft Office PowerPoint</Application>
  <DocSecurity>0</DocSecurity>
  <PresentationFormat>Màn hình rộng</PresentationFormat>
  <Paragraphs>832</Paragraphs>
  <Slides>103</Slides>
  <Notes>99</Notes>
  <HiddenSlides>0</HiddenSlides>
  <MMClips>0</MMClips>
  <ScaleCrop>false</ScaleCrop>
  <HeadingPairs>
    <vt:vector size="6" baseType="variant">
      <vt:variant>
        <vt:lpstr>Phông được Dùng</vt:lpstr>
      </vt:variant>
      <vt:variant>
        <vt:i4>5</vt:i4>
      </vt:variant>
      <vt:variant>
        <vt:lpstr>Chủ đề</vt:lpstr>
      </vt:variant>
      <vt:variant>
        <vt:i4>1</vt:i4>
      </vt:variant>
      <vt:variant>
        <vt:lpstr>Tiêu đề Bản chiếu</vt:lpstr>
      </vt:variant>
      <vt:variant>
        <vt:i4>103</vt:i4>
      </vt:variant>
    </vt:vector>
  </HeadingPairs>
  <TitlesOfParts>
    <vt:vector size="109" baseType="lpstr">
      <vt:lpstr>Aptos</vt:lpstr>
      <vt:lpstr>Aptos Display</vt:lpstr>
      <vt:lpstr>Arial</vt:lpstr>
      <vt:lpstr>Calibri</vt:lpstr>
      <vt:lpstr>Wingdings</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Quang Ledang</cp:lastModifiedBy>
  <cp:revision>2</cp:revision>
  <dcterms:created xsi:type="dcterms:W3CDTF">2026-09-04T03:56:27Z</dcterms:created>
  <dcterms:modified xsi:type="dcterms:W3CDTF">2026-09-11T11:45:46Z</dcterms:modified>
</cp:coreProperties>
</file>